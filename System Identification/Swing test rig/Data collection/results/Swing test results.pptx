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169CB9-4008-468F-A67D-0CC30D4626D7}" v="7" dt="2025-01-31T12:10:06.2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e Richardson" userId="a78666de-887e-4b6f-8187-5796b3720707" providerId="ADAL" clId="{2B169CB9-4008-468F-A67D-0CC30D4626D7}"/>
    <pc:docChg chg="custSel addSld modSld">
      <pc:chgData name="Luke Richardson" userId="a78666de-887e-4b6f-8187-5796b3720707" providerId="ADAL" clId="{2B169CB9-4008-468F-A67D-0CC30D4626D7}" dt="2025-01-31T12:11:25.781" v="899" actId="1076"/>
      <pc:docMkLst>
        <pc:docMk/>
      </pc:docMkLst>
      <pc:sldChg chg="delSp modSp mod">
        <pc:chgData name="Luke Richardson" userId="a78666de-887e-4b6f-8187-5796b3720707" providerId="ADAL" clId="{2B169CB9-4008-468F-A67D-0CC30D4626D7}" dt="2025-01-31T12:11:25.781" v="899" actId="1076"/>
        <pc:sldMkLst>
          <pc:docMk/>
          <pc:sldMk cId="1248905200" sldId="256"/>
        </pc:sldMkLst>
        <pc:spChg chg="mod">
          <ac:chgData name="Luke Richardson" userId="a78666de-887e-4b6f-8187-5796b3720707" providerId="ADAL" clId="{2B169CB9-4008-468F-A67D-0CC30D4626D7}" dt="2025-01-31T12:11:25.781" v="899" actId="1076"/>
          <ac:spMkLst>
            <pc:docMk/>
            <pc:sldMk cId="1248905200" sldId="256"/>
            <ac:spMk id="2" creationId="{620C055F-7EF2-2EA8-07ED-CB139A91992E}"/>
          </ac:spMkLst>
        </pc:spChg>
        <pc:spChg chg="del">
          <ac:chgData name="Luke Richardson" userId="a78666de-887e-4b6f-8187-5796b3720707" providerId="ADAL" clId="{2B169CB9-4008-468F-A67D-0CC30D4626D7}" dt="2025-01-31T12:11:19.807" v="897" actId="478"/>
          <ac:spMkLst>
            <pc:docMk/>
            <pc:sldMk cId="1248905200" sldId="256"/>
            <ac:spMk id="3" creationId="{F9856FB5-9357-B249-F874-1FFE8830CCA9}"/>
          </ac:spMkLst>
        </pc:spChg>
      </pc:sldChg>
      <pc:sldChg chg="addSp modSp mod">
        <pc:chgData name="Luke Richardson" userId="a78666de-887e-4b6f-8187-5796b3720707" providerId="ADAL" clId="{2B169CB9-4008-468F-A67D-0CC30D4626D7}" dt="2025-01-31T12:10:05.056" v="772" actId="1076"/>
        <pc:sldMkLst>
          <pc:docMk/>
          <pc:sldMk cId="2636709140" sldId="257"/>
        </pc:sldMkLst>
        <pc:graphicFrameChg chg="mod modGraphic">
          <ac:chgData name="Luke Richardson" userId="a78666de-887e-4b6f-8187-5796b3720707" providerId="ADAL" clId="{2B169CB9-4008-468F-A67D-0CC30D4626D7}" dt="2025-01-31T12:08:01.213" v="747"/>
          <ac:graphicFrameMkLst>
            <pc:docMk/>
            <pc:sldMk cId="2636709140" sldId="257"/>
            <ac:graphicFrameMk id="4" creationId="{606E1B2B-64B8-8E77-B135-DE195971B7D8}"/>
          </ac:graphicFrameMkLst>
        </pc:graphicFrameChg>
        <pc:picChg chg="add mod">
          <ac:chgData name="Luke Richardson" userId="a78666de-887e-4b6f-8187-5796b3720707" providerId="ADAL" clId="{2B169CB9-4008-468F-A67D-0CC30D4626D7}" dt="2025-01-31T12:10:05.056" v="772" actId="1076"/>
          <ac:picMkLst>
            <pc:docMk/>
            <pc:sldMk cId="2636709140" sldId="257"/>
            <ac:picMk id="3" creationId="{54489D78-78D8-5886-678D-C89F6E00302C}"/>
          </ac:picMkLst>
        </pc:picChg>
      </pc:sldChg>
      <pc:sldChg chg="addSp modSp mod">
        <pc:chgData name="Luke Richardson" userId="a78666de-887e-4b6f-8187-5796b3720707" providerId="ADAL" clId="{2B169CB9-4008-468F-A67D-0CC30D4626D7}" dt="2025-01-31T12:09:48.584" v="770" actId="1076"/>
        <pc:sldMkLst>
          <pc:docMk/>
          <pc:sldMk cId="2094996096" sldId="258"/>
        </pc:sldMkLst>
        <pc:graphicFrameChg chg="modGraphic">
          <ac:chgData name="Luke Richardson" userId="a78666de-887e-4b6f-8187-5796b3720707" providerId="ADAL" clId="{2B169CB9-4008-468F-A67D-0CC30D4626D7}" dt="2025-01-31T12:07:53.365" v="746" actId="20577"/>
          <ac:graphicFrameMkLst>
            <pc:docMk/>
            <pc:sldMk cId="2094996096" sldId="258"/>
            <ac:graphicFrameMk id="4" creationId="{3B290F7C-4F08-FB8B-886E-AE43DC15755B}"/>
          </ac:graphicFrameMkLst>
        </pc:graphicFrameChg>
        <pc:picChg chg="add mod">
          <ac:chgData name="Luke Richardson" userId="a78666de-887e-4b6f-8187-5796b3720707" providerId="ADAL" clId="{2B169CB9-4008-468F-A67D-0CC30D4626D7}" dt="2025-01-31T12:09:48.584" v="770" actId="1076"/>
          <ac:picMkLst>
            <pc:docMk/>
            <pc:sldMk cId="2094996096" sldId="258"/>
            <ac:picMk id="8" creationId="{C834A567-0484-5EC3-F9AB-2171B648F0A2}"/>
          </ac:picMkLst>
        </pc:picChg>
      </pc:sldChg>
      <pc:sldChg chg="addSp modSp mod">
        <pc:chgData name="Luke Richardson" userId="a78666de-887e-4b6f-8187-5796b3720707" providerId="ADAL" clId="{2B169CB9-4008-468F-A67D-0CC30D4626D7}" dt="2025-01-31T12:10:07.227" v="774" actId="1076"/>
        <pc:sldMkLst>
          <pc:docMk/>
          <pc:sldMk cId="536089801" sldId="259"/>
        </pc:sldMkLst>
        <pc:graphicFrameChg chg="mod modGraphic">
          <ac:chgData name="Luke Richardson" userId="a78666de-887e-4b6f-8187-5796b3720707" providerId="ADAL" clId="{2B169CB9-4008-468F-A67D-0CC30D4626D7}" dt="2025-01-31T12:08:03.733" v="748"/>
          <ac:graphicFrameMkLst>
            <pc:docMk/>
            <pc:sldMk cId="536089801" sldId="259"/>
            <ac:graphicFrameMk id="4" creationId="{76E82F3F-781F-788A-D8A9-079CD0691B65}"/>
          </ac:graphicFrameMkLst>
        </pc:graphicFrameChg>
        <pc:picChg chg="add mod">
          <ac:chgData name="Luke Richardson" userId="a78666de-887e-4b6f-8187-5796b3720707" providerId="ADAL" clId="{2B169CB9-4008-468F-A67D-0CC30D4626D7}" dt="2025-01-31T12:10:07.227" v="774" actId="1076"/>
          <ac:picMkLst>
            <pc:docMk/>
            <pc:sldMk cId="536089801" sldId="259"/>
            <ac:picMk id="3" creationId="{63ED2439-7187-99A4-32BC-4FA85FA8CB35}"/>
          </ac:picMkLst>
        </pc:picChg>
      </pc:sldChg>
      <pc:sldChg chg="modSp new mod">
        <pc:chgData name="Luke Richardson" userId="a78666de-887e-4b6f-8187-5796b3720707" providerId="ADAL" clId="{2B169CB9-4008-468F-A67D-0CC30D4626D7}" dt="2025-01-31T12:08:44.355" v="765" actId="20577"/>
        <pc:sldMkLst>
          <pc:docMk/>
          <pc:sldMk cId="610159604" sldId="260"/>
        </pc:sldMkLst>
        <pc:spChg chg="mod">
          <ac:chgData name="Luke Richardson" userId="a78666de-887e-4b6f-8187-5796b3720707" providerId="ADAL" clId="{2B169CB9-4008-468F-A67D-0CC30D4626D7}" dt="2025-01-31T12:07:32.326" v="725" actId="20577"/>
          <ac:spMkLst>
            <pc:docMk/>
            <pc:sldMk cId="610159604" sldId="260"/>
            <ac:spMk id="2" creationId="{613F45D2-A8E8-91DF-2DC4-BCF031760D65}"/>
          </ac:spMkLst>
        </pc:spChg>
        <pc:spChg chg="mod">
          <ac:chgData name="Luke Richardson" userId="a78666de-887e-4b6f-8187-5796b3720707" providerId="ADAL" clId="{2B169CB9-4008-468F-A67D-0CC30D4626D7}" dt="2025-01-31T12:08:44.355" v="765" actId="20577"/>
          <ac:spMkLst>
            <pc:docMk/>
            <pc:sldMk cId="610159604" sldId="260"/>
            <ac:spMk id="3" creationId="{E3C9D132-89DC-D7E1-D69F-C1EA452BE624}"/>
          </ac:spMkLst>
        </pc:spChg>
      </pc:sldChg>
    </pc:docChg>
  </pc:docChgLst>
  <pc:docChgLst>
    <pc:chgData name="Luke Richardson" userId="a78666de-887e-4b6f-8187-5796b3720707" providerId="ADAL" clId="{2BD23FAD-FE98-834B-824A-22C299D61F78}"/>
    <pc:docChg chg="custSel modSld">
      <pc:chgData name="Luke Richardson" userId="a78666de-887e-4b6f-8187-5796b3720707" providerId="ADAL" clId="{2BD23FAD-FE98-834B-824A-22C299D61F78}" dt="2025-01-31T12:00:21.779" v="219"/>
      <pc:docMkLst>
        <pc:docMk/>
      </pc:docMkLst>
      <pc:sldChg chg="addSp delSp modSp">
        <pc:chgData name="Luke Richardson" userId="a78666de-887e-4b6f-8187-5796b3720707" providerId="ADAL" clId="{2BD23FAD-FE98-834B-824A-22C299D61F78}" dt="2025-01-31T12:00:21.779" v="219"/>
        <pc:sldMkLst>
          <pc:docMk/>
          <pc:sldMk cId="2094996096" sldId="258"/>
        </pc:sldMkLst>
        <pc:inkChg chg="add del">
          <ac:chgData name="Luke Richardson" userId="a78666de-887e-4b6f-8187-5796b3720707" providerId="ADAL" clId="{2BD23FAD-FE98-834B-824A-22C299D61F78}" dt="2025-01-31T11:56:42.662" v="1"/>
          <ac:inkMkLst>
            <pc:docMk/>
            <pc:sldMk cId="2094996096" sldId="258"/>
            <ac:inkMk id="3" creationId="{4F1D68B6-580C-9FF5-8A30-EE2D72B12122}"/>
          </ac:inkMkLst>
        </pc:inkChg>
        <pc:inkChg chg="add">
          <ac:chgData name="Luke Richardson" userId="a78666de-887e-4b6f-8187-5796b3720707" providerId="ADAL" clId="{2BD23FAD-FE98-834B-824A-22C299D61F78}" dt="2025-01-31T11:56:47.717" v="2"/>
          <ac:inkMkLst>
            <pc:docMk/>
            <pc:sldMk cId="2094996096" sldId="258"/>
            <ac:inkMk id="5" creationId="{6312274E-FA4A-4733-6828-8072B3BF21E1}"/>
          </ac:inkMkLst>
        </pc:inkChg>
        <pc:inkChg chg="add">
          <ac:chgData name="Luke Richardson" userId="a78666de-887e-4b6f-8187-5796b3720707" providerId="ADAL" clId="{2BD23FAD-FE98-834B-824A-22C299D61F78}" dt="2025-01-31T11:57:06.143" v="3"/>
          <ac:inkMkLst>
            <pc:docMk/>
            <pc:sldMk cId="2094996096" sldId="258"/>
            <ac:inkMk id="7" creationId="{3CB048B1-0075-0559-D723-2BDFF479784A}"/>
          </ac:inkMkLst>
        </pc:inkChg>
        <pc:inkChg chg="add del">
          <ac:chgData name="Luke Richardson" userId="a78666de-887e-4b6f-8187-5796b3720707" providerId="ADAL" clId="{2BD23FAD-FE98-834B-824A-22C299D61F78}" dt="2025-01-31T11:57:08.448" v="7"/>
          <ac:inkMkLst>
            <pc:docMk/>
            <pc:sldMk cId="2094996096" sldId="258"/>
            <ac:inkMk id="8" creationId="{C229740C-103F-9A7C-2E20-43BF38B3790F}"/>
          </ac:inkMkLst>
        </pc:inkChg>
        <pc:inkChg chg="add del">
          <ac:chgData name="Luke Richardson" userId="a78666de-887e-4b6f-8187-5796b3720707" providerId="ADAL" clId="{2BD23FAD-FE98-834B-824A-22C299D61F78}" dt="2025-01-31T11:57:08.444" v="6"/>
          <ac:inkMkLst>
            <pc:docMk/>
            <pc:sldMk cId="2094996096" sldId="258"/>
            <ac:inkMk id="9" creationId="{0F24947D-9BF6-9F3B-394C-6ED03F0CC8D6}"/>
          </ac:inkMkLst>
        </pc:inkChg>
        <pc:inkChg chg="add">
          <ac:chgData name="Luke Richardson" userId="a78666de-887e-4b6f-8187-5796b3720707" providerId="ADAL" clId="{2BD23FAD-FE98-834B-824A-22C299D61F78}" dt="2025-01-31T11:57:09.466" v="8"/>
          <ac:inkMkLst>
            <pc:docMk/>
            <pc:sldMk cId="2094996096" sldId="258"/>
            <ac:inkMk id="10" creationId="{B48B2EDC-BE03-2DD1-D0A9-648D4F807CBF}"/>
          </ac:inkMkLst>
        </pc:inkChg>
        <pc:inkChg chg="add">
          <ac:chgData name="Luke Richardson" userId="a78666de-887e-4b6f-8187-5796b3720707" providerId="ADAL" clId="{2BD23FAD-FE98-834B-824A-22C299D61F78}" dt="2025-01-31T11:57:09.867" v="9"/>
          <ac:inkMkLst>
            <pc:docMk/>
            <pc:sldMk cId="2094996096" sldId="258"/>
            <ac:inkMk id="11" creationId="{3A1C917D-53CA-383D-B2A8-F2B038DCD2D2}"/>
          </ac:inkMkLst>
        </pc:inkChg>
        <pc:inkChg chg="add">
          <ac:chgData name="Luke Richardson" userId="a78666de-887e-4b6f-8187-5796b3720707" providerId="ADAL" clId="{2BD23FAD-FE98-834B-824A-22C299D61F78}" dt="2025-01-31T11:57:10.024" v="10"/>
          <ac:inkMkLst>
            <pc:docMk/>
            <pc:sldMk cId="2094996096" sldId="258"/>
            <ac:inkMk id="12" creationId="{86E81C43-A258-C36D-832C-0A76697C706A}"/>
          </ac:inkMkLst>
        </pc:inkChg>
        <pc:inkChg chg="add">
          <ac:chgData name="Luke Richardson" userId="a78666de-887e-4b6f-8187-5796b3720707" providerId="ADAL" clId="{2BD23FAD-FE98-834B-824A-22C299D61F78}" dt="2025-01-31T11:57:10.157" v="11"/>
          <ac:inkMkLst>
            <pc:docMk/>
            <pc:sldMk cId="2094996096" sldId="258"/>
            <ac:inkMk id="13" creationId="{05F17598-0A35-3CE3-4D91-D29AFFC34C00}"/>
          </ac:inkMkLst>
        </pc:inkChg>
        <pc:inkChg chg="add">
          <ac:chgData name="Luke Richardson" userId="a78666de-887e-4b6f-8187-5796b3720707" providerId="ADAL" clId="{2BD23FAD-FE98-834B-824A-22C299D61F78}" dt="2025-01-31T11:57:10.626" v="12"/>
          <ac:inkMkLst>
            <pc:docMk/>
            <pc:sldMk cId="2094996096" sldId="258"/>
            <ac:inkMk id="14" creationId="{086DBF42-CC7B-EBBC-1765-64A3BCD25356}"/>
          </ac:inkMkLst>
        </pc:inkChg>
        <pc:inkChg chg="add">
          <ac:chgData name="Luke Richardson" userId="a78666de-887e-4b6f-8187-5796b3720707" providerId="ADAL" clId="{2BD23FAD-FE98-834B-824A-22C299D61F78}" dt="2025-01-31T11:57:10.774" v="13"/>
          <ac:inkMkLst>
            <pc:docMk/>
            <pc:sldMk cId="2094996096" sldId="258"/>
            <ac:inkMk id="15" creationId="{6CCA6AA2-E1A0-B22A-B333-5EA831DC3183}"/>
          </ac:inkMkLst>
        </pc:inkChg>
        <pc:inkChg chg="add">
          <ac:chgData name="Luke Richardson" userId="a78666de-887e-4b6f-8187-5796b3720707" providerId="ADAL" clId="{2BD23FAD-FE98-834B-824A-22C299D61F78}" dt="2025-01-31T11:57:11.117" v="14"/>
          <ac:inkMkLst>
            <pc:docMk/>
            <pc:sldMk cId="2094996096" sldId="258"/>
            <ac:inkMk id="16" creationId="{5A28F16D-DD98-F1F1-3AA0-1D5955B6BF03}"/>
          </ac:inkMkLst>
        </pc:inkChg>
        <pc:inkChg chg="add">
          <ac:chgData name="Luke Richardson" userId="a78666de-887e-4b6f-8187-5796b3720707" providerId="ADAL" clId="{2BD23FAD-FE98-834B-824A-22C299D61F78}" dt="2025-01-31T11:57:11.342" v="15"/>
          <ac:inkMkLst>
            <pc:docMk/>
            <pc:sldMk cId="2094996096" sldId="258"/>
            <ac:inkMk id="17" creationId="{97B2AFF1-8351-7568-B6C4-DA239D4C5FF0}"/>
          </ac:inkMkLst>
        </pc:inkChg>
        <pc:inkChg chg="add">
          <ac:chgData name="Luke Richardson" userId="a78666de-887e-4b6f-8187-5796b3720707" providerId="ADAL" clId="{2BD23FAD-FE98-834B-824A-22C299D61F78}" dt="2025-01-31T11:57:11.717" v="16"/>
          <ac:inkMkLst>
            <pc:docMk/>
            <pc:sldMk cId="2094996096" sldId="258"/>
            <ac:inkMk id="18" creationId="{60FB0088-F1D4-8BAE-C172-60E8EC29E430}"/>
          </ac:inkMkLst>
        </pc:inkChg>
        <pc:inkChg chg="add">
          <ac:chgData name="Luke Richardson" userId="a78666de-887e-4b6f-8187-5796b3720707" providerId="ADAL" clId="{2BD23FAD-FE98-834B-824A-22C299D61F78}" dt="2025-01-31T11:57:11.968" v="17"/>
          <ac:inkMkLst>
            <pc:docMk/>
            <pc:sldMk cId="2094996096" sldId="258"/>
            <ac:inkMk id="19" creationId="{125C6EE9-74A6-379D-BF03-72573351F333}"/>
          </ac:inkMkLst>
        </pc:inkChg>
        <pc:inkChg chg="add del">
          <ac:chgData name="Luke Richardson" userId="a78666de-887e-4b6f-8187-5796b3720707" providerId="ADAL" clId="{2BD23FAD-FE98-834B-824A-22C299D61F78}" dt="2025-01-31T11:57:22.714" v="40"/>
          <ac:inkMkLst>
            <pc:docMk/>
            <pc:sldMk cId="2094996096" sldId="258"/>
            <ac:inkMk id="22" creationId="{95BDF840-E079-68AD-5A32-4A8AFECBC7AC}"/>
          </ac:inkMkLst>
        </pc:inkChg>
        <pc:inkChg chg="add">
          <ac:chgData name="Luke Richardson" userId="a78666de-887e-4b6f-8187-5796b3720707" providerId="ADAL" clId="{2BD23FAD-FE98-834B-824A-22C299D61F78}" dt="2025-01-31T11:57:13.760" v="19"/>
          <ac:inkMkLst>
            <pc:docMk/>
            <pc:sldMk cId="2094996096" sldId="258"/>
            <ac:inkMk id="23" creationId="{57A6442D-3F49-E29C-EC71-E9E5B9267530}"/>
          </ac:inkMkLst>
        </pc:inkChg>
        <pc:inkChg chg="add">
          <ac:chgData name="Luke Richardson" userId="a78666de-887e-4b6f-8187-5796b3720707" providerId="ADAL" clId="{2BD23FAD-FE98-834B-824A-22C299D61F78}" dt="2025-01-31T11:57:13.977" v="20"/>
          <ac:inkMkLst>
            <pc:docMk/>
            <pc:sldMk cId="2094996096" sldId="258"/>
            <ac:inkMk id="24" creationId="{81A6BD6E-722D-53CC-DB6B-4BC1DC061119}"/>
          </ac:inkMkLst>
        </pc:inkChg>
        <pc:inkChg chg="add">
          <ac:chgData name="Luke Richardson" userId="a78666de-887e-4b6f-8187-5796b3720707" providerId="ADAL" clId="{2BD23FAD-FE98-834B-824A-22C299D61F78}" dt="2025-01-31T11:57:14.244" v="21"/>
          <ac:inkMkLst>
            <pc:docMk/>
            <pc:sldMk cId="2094996096" sldId="258"/>
            <ac:inkMk id="25" creationId="{95A9DEF8-1CD1-8DA7-0C01-933D35ABB4E6}"/>
          </ac:inkMkLst>
        </pc:inkChg>
        <pc:inkChg chg="add">
          <ac:chgData name="Luke Richardson" userId="a78666de-887e-4b6f-8187-5796b3720707" providerId="ADAL" clId="{2BD23FAD-FE98-834B-824A-22C299D61F78}" dt="2025-01-31T11:57:14.392" v="22"/>
          <ac:inkMkLst>
            <pc:docMk/>
            <pc:sldMk cId="2094996096" sldId="258"/>
            <ac:inkMk id="26" creationId="{CD483873-050B-9DAF-287A-9B4A4C9F6881}"/>
          </ac:inkMkLst>
        </pc:inkChg>
        <pc:inkChg chg="add">
          <ac:chgData name="Luke Richardson" userId="a78666de-887e-4b6f-8187-5796b3720707" providerId="ADAL" clId="{2BD23FAD-FE98-834B-824A-22C299D61F78}" dt="2025-01-31T11:57:14.819" v="23"/>
          <ac:inkMkLst>
            <pc:docMk/>
            <pc:sldMk cId="2094996096" sldId="258"/>
            <ac:inkMk id="27" creationId="{F64E5B7A-6F04-EF4A-EDAF-F5C2F146370C}"/>
          </ac:inkMkLst>
        </pc:inkChg>
        <pc:inkChg chg="add del">
          <ac:chgData name="Luke Richardson" userId="a78666de-887e-4b6f-8187-5796b3720707" providerId="ADAL" clId="{2BD23FAD-FE98-834B-824A-22C299D61F78}" dt="2025-01-31T11:57:22.714" v="40"/>
          <ac:inkMkLst>
            <pc:docMk/>
            <pc:sldMk cId="2094996096" sldId="258"/>
            <ac:inkMk id="28" creationId="{F7BE2C8A-C989-F000-1D7F-AC6E3A621232}"/>
          </ac:inkMkLst>
        </pc:inkChg>
        <pc:inkChg chg="add">
          <ac:chgData name="Luke Richardson" userId="a78666de-887e-4b6f-8187-5796b3720707" providerId="ADAL" clId="{2BD23FAD-FE98-834B-824A-22C299D61F78}" dt="2025-01-31T11:57:15.393" v="25"/>
          <ac:inkMkLst>
            <pc:docMk/>
            <pc:sldMk cId="2094996096" sldId="258"/>
            <ac:inkMk id="29" creationId="{76DB803F-C68E-E68C-18D2-5CF306D269BC}"/>
          </ac:inkMkLst>
        </pc:inkChg>
        <pc:inkChg chg="add del">
          <ac:chgData name="Luke Richardson" userId="a78666de-887e-4b6f-8187-5796b3720707" providerId="ADAL" clId="{2BD23FAD-FE98-834B-824A-22C299D61F78}" dt="2025-01-31T11:57:22.714" v="40"/>
          <ac:inkMkLst>
            <pc:docMk/>
            <pc:sldMk cId="2094996096" sldId="258"/>
            <ac:inkMk id="30" creationId="{E6B09043-ABC1-9A9A-4DCD-7F552AF6CA1B}"/>
          </ac:inkMkLst>
        </pc:inkChg>
        <pc:inkChg chg="add">
          <ac:chgData name="Luke Richardson" userId="a78666de-887e-4b6f-8187-5796b3720707" providerId="ADAL" clId="{2BD23FAD-FE98-834B-824A-22C299D61F78}" dt="2025-01-31T11:57:15.944" v="27"/>
          <ac:inkMkLst>
            <pc:docMk/>
            <pc:sldMk cId="2094996096" sldId="258"/>
            <ac:inkMk id="31" creationId="{8254D89A-1D38-DE85-F792-A305C5CE3412}"/>
          </ac:inkMkLst>
        </pc:inkChg>
        <pc:inkChg chg="add del">
          <ac:chgData name="Luke Richardson" userId="a78666de-887e-4b6f-8187-5796b3720707" providerId="ADAL" clId="{2BD23FAD-FE98-834B-824A-22C299D61F78}" dt="2025-01-31T11:57:22.714" v="40"/>
          <ac:inkMkLst>
            <pc:docMk/>
            <pc:sldMk cId="2094996096" sldId="258"/>
            <ac:inkMk id="32" creationId="{713B7FCE-4397-EB14-85A9-00F4DA170B81}"/>
          </ac:inkMkLst>
        </pc:inkChg>
        <pc:inkChg chg="add">
          <ac:chgData name="Luke Richardson" userId="a78666de-887e-4b6f-8187-5796b3720707" providerId="ADAL" clId="{2BD23FAD-FE98-834B-824A-22C299D61F78}" dt="2025-01-31T11:57:17.310" v="29"/>
          <ac:inkMkLst>
            <pc:docMk/>
            <pc:sldMk cId="2094996096" sldId="258"/>
            <ac:inkMk id="33" creationId="{CCF7B161-3AB0-9072-24A0-4A00CB53471D}"/>
          </ac:inkMkLst>
        </pc:inkChg>
        <pc:inkChg chg="add">
          <ac:chgData name="Luke Richardson" userId="a78666de-887e-4b6f-8187-5796b3720707" providerId="ADAL" clId="{2BD23FAD-FE98-834B-824A-22C299D61F78}" dt="2025-01-31T11:57:17.661" v="30"/>
          <ac:inkMkLst>
            <pc:docMk/>
            <pc:sldMk cId="2094996096" sldId="258"/>
            <ac:inkMk id="34" creationId="{9C7E006E-EE41-906F-7668-9C4C7B4920E9}"/>
          </ac:inkMkLst>
        </pc:inkChg>
        <pc:inkChg chg="add">
          <ac:chgData name="Luke Richardson" userId="a78666de-887e-4b6f-8187-5796b3720707" providerId="ADAL" clId="{2BD23FAD-FE98-834B-824A-22C299D61F78}" dt="2025-01-31T11:57:18.571" v="31"/>
          <ac:inkMkLst>
            <pc:docMk/>
            <pc:sldMk cId="2094996096" sldId="258"/>
            <ac:inkMk id="35" creationId="{932E5B94-CAF7-BAD3-C88F-76B65B9A8367}"/>
          </ac:inkMkLst>
        </pc:inkChg>
        <pc:inkChg chg="add">
          <ac:chgData name="Luke Richardson" userId="a78666de-887e-4b6f-8187-5796b3720707" providerId="ADAL" clId="{2BD23FAD-FE98-834B-824A-22C299D61F78}" dt="2025-01-31T11:57:19.036" v="32"/>
          <ac:inkMkLst>
            <pc:docMk/>
            <pc:sldMk cId="2094996096" sldId="258"/>
            <ac:inkMk id="36" creationId="{3B44FA3F-DE0D-177E-4D73-E1FBBECFAA2D}"/>
          </ac:inkMkLst>
        </pc:inkChg>
        <pc:inkChg chg="add del">
          <ac:chgData name="Luke Richardson" userId="a78666de-887e-4b6f-8187-5796b3720707" providerId="ADAL" clId="{2BD23FAD-FE98-834B-824A-22C299D61F78}" dt="2025-01-31T11:57:22.714" v="40"/>
          <ac:inkMkLst>
            <pc:docMk/>
            <pc:sldMk cId="2094996096" sldId="258"/>
            <ac:inkMk id="37" creationId="{CBB883D2-A581-26C5-398E-2791DBBE0C1C}"/>
          </ac:inkMkLst>
        </pc:inkChg>
        <pc:inkChg chg="add del">
          <ac:chgData name="Luke Richardson" userId="a78666de-887e-4b6f-8187-5796b3720707" providerId="ADAL" clId="{2BD23FAD-FE98-834B-824A-22C299D61F78}" dt="2025-01-31T11:57:22.714" v="40"/>
          <ac:inkMkLst>
            <pc:docMk/>
            <pc:sldMk cId="2094996096" sldId="258"/>
            <ac:inkMk id="38" creationId="{7E763977-16CE-AFB0-A4F4-79E3A6D61B9B}"/>
          </ac:inkMkLst>
        </pc:inkChg>
        <pc:inkChg chg="add">
          <ac:chgData name="Luke Richardson" userId="a78666de-887e-4b6f-8187-5796b3720707" providerId="ADAL" clId="{2BD23FAD-FE98-834B-824A-22C299D61F78}" dt="2025-01-31T11:57:20.687" v="35"/>
          <ac:inkMkLst>
            <pc:docMk/>
            <pc:sldMk cId="2094996096" sldId="258"/>
            <ac:inkMk id="39" creationId="{426E3A0F-9471-6214-5A33-8C1B714551EF}"/>
          </ac:inkMkLst>
        </pc:inkChg>
        <pc:inkChg chg="add del">
          <ac:chgData name="Luke Richardson" userId="a78666de-887e-4b6f-8187-5796b3720707" providerId="ADAL" clId="{2BD23FAD-FE98-834B-824A-22C299D61F78}" dt="2025-01-31T11:57:22.714" v="40"/>
          <ac:inkMkLst>
            <pc:docMk/>
            <pc:sldMk cId="2094996096" sldId="258"/>
            <ac:inkMk id="40" creationId="{F63F48B3-F4CC-EEDE-7F3C-118FE54C73A5}"/>
          </ac:inkMkLst>
        </pc:inkChg>
        <pc:inkChg chg="add del">
          <ac:chgData name="Luke Richardson" userId="a78666de-887e-4b6f-8187-5796b3720707" providerId="ADAL" clId="{2BD23FAD-FE98-834B-824A-22C299D61F78}" dt="2025-01-31T11:57:22.714" v="40"/>
          <ac:inkMkLst>
            <pc:docMk/>
            <pc:sldMk cId="2094996096" sldId="258"/>
            <ac:inkMk id="41" creationId="{2D433EF1-13FE-7C46-C1AC-9617E31C7183}"/>
          </ac:inkMkLst>
        </pc:inkChg>
        <pc:inkChg chg="add del">
          <ac:chgData name="Luke Richardson" userId="a78666de-887e-4b6f-8187-5796b3720707" providerId="ADAL" clId="{2BD23FAD-FE98-834B-824A-22C299D61F78}" dt="2025-01-31T11:57:22.714" v="40"/>
          <ac:inkMkLst>
            <pc:docMk/>
            <pc:sldMk cId="2094996096" sldId="258"/>
            <ac:inkMk id="42" creationId="{67A99CEF-DA82-AA78-BC65-25BC04D1EF7B}"/>
          </ac:inkMkLst>
        </pc:inkChg>
        <pc:inkChg chg="add">
          <ac:chgData name="Luke Richardson" userId="a78666de-887e-4b6f-8187-5796b3720707" providerId="ADAL" clId="{2BD23FAD-FE98-834B-824A-22C299D61F78}" dt="2025-01-31T11:57:22.096" v="39"/>
          <ac:inkMkLst>
            <pc:docMk/>
            <pc:sldMk cId="2094996096" sldId="258"/>
            <ac:inkMk id="43" creationId="{9A5FAC45-0932-91F6-A6E9-F612ACF9F458}"/>
          </ac:inkMkLst>
        </pc:inkChg>
        <pc:inkChg chg="add reco">
          <ac:chgData name="Luke Richardson" userId="a78666de-887e-4b6f-8187-5796b3720707" providerId="ADAL" clId="{2BD23FAD-FE98-834B-824A-22C299D61F78}" dt="2025-01-31T11:57:22.714" v="40"/>
          <ac:inkMkLst>
            <pc:docMk/>
            <pc:sldMk cId="2094996096" sldId="258"/>
            <ac:inkMk id="44" creationId="{EC2D847B-E5BD-AD99-35C9-19A2FDD2B09E}"/>
          </ac:inkMkLst>
        </pc:inkChg>
        <pc:inkChg chg="add del">
          <ac:chgData name="Luke Richardson" userId="a78666de-887e-4b6f-8187-5796b3720707" providerId="ADAL" clId="{2BD23FAD-FE98-834B-824A-22C299D61F78}" dt="2025-01-31T11:57:26.963" v="43"/>
          <ac:inkMkLst>
            <pc:docMk/>
            <pc:sldMk cId="2094996096" sldId="258"/>
            <ac:inkMk id="45" creationId="{488155E2-D26F-9ADD-79B5-912E2584B818}"/>
          </ac:inkMkLst>
        </pc:inkChg>
        <pc:inkChg chg="add del">
          <ac:chgData name="Luke Richardson" userId="a78666de-887e-4b6f-8187-5796b3720707" providerId="ADAL" clId="{2BD23FAD-FE98-834B-824A-22C299D61F78}" dt="2025-01-31T11:57:26.963" v="43"/>
          <ac:inkMkLst>
            <pc:docMk/>
            <pc:sldMk cId="2094996096" sldId="258"/>
            <ac:inkMk id="46" creationId="{C0582C8B-3BB9-35FF-3A99-22AB7B618C7F}"/>
          </ac:inkMkLst>
        </pc:inkChg>
        <pc:inkChg chg="add reco">
          <ac:chgData name="Luke Richardson" userId="a78666de-887e-4b6f-8187-5796b3720707" providerId="ADAL" clId="{2BD23FAD-FE98-834B-824A-22C299D61F78}" dt="2025-01-31T11:57:26.963" v="43"/>
          <ac:inkMkLst>
            <pc:docMk/>
            <pc:sldMk cId="2094996096" sldId="258"/>
            <ac:inkMk id="47" creationId="{DB1B65CD-A210-5231-3420-7BD0C3E83137}"/>
          </ac:inkMkLst>
        </pc:inkChg>
        <pc:inkChg chg="add del">
          <ac:chgData name="Luke Richardson" userId="a78666de-887e-4b6f-8187-5796b3720707" providerId="ADAL" clId="{2BD23FAD-FE98-834B-824A-22C299D61F78}" dt="2025-01-31T11:57:40.225" v="58"/>
          <ac:inkMkLst>
            <pc:docMk/>
            <pc:sldMk cId="2094996096" sldId="258"/>
            <ac:inkMk id="48" creationId="{17ED2366-B38A-5BA3-E3A2-104D6FFFBE01}"/>
          </ac:inkMkLst>
        </pc:inkChg>
        <pc:inkChg chg="add">
          <ac:chgData name="Luke Richardson" userId="a78666de-887e-4b6f-8187-5796b3720707" providerId="ADAL" clId="{2BD23FAD-FE98-834B-824A-22C299D61F78}" dt="2025-01-31T11:57:34.785" v="45"/>
          <ac:inkMkLst>
            <pc:docMk/>
            <pc:sldMk cId="2094996096" sldId="258"/>
            <ac:inkMk id="49" creationId="{07554A4C-95DC-792C-FC9A-1C0BBCC762F4}"/>
          </ac:inkMkLst>
        </pc:inkChg>
        <pc:inkChg chg="add del">
          <ac:chgData name="Luke Richardson" userId="a78666de-887e-4b6f-8187-5796b3720707" providerId="ADAL" clId="{2BD23FAD-FE98-834B-824A-22C299D61F78}" dt="2025-01-31T11:57:40.225" v="58"/>
          <ac:inkMkLst>
            <pc:docMk/>
            <pc:sldMk cId="2094996096" sldId="258"/>
            <ac:inkMk id="50" creationId="{AE6CFCFF-BFC3-1EA9-9128-89D6F1C814C2}"/>
          </ac:inkMkLst>
        </pc:inkChg>
        <pc:inkChg chg="add del">
          <ac:chgData name="Luke Richardson" userId="a78666de-887e-4b6f-8187-5796b3720707" providerId="ADAL" clId="{2BD23FAD-FE98-834B-824A-22C299D61F78}" dt="2025-01-31T11:57:40.225" v="58"/>
          <ac:inkMkLst>
            <pc:docMk/>
            <pc:sldMk cId="2094996096" sldId="258"/>
            <ac:inkMk id="51" creationId="{34F1D4A5-37C2-01F8-4985-4DCEB0720EC5}"/>
          </ac:inkMkLst>
        </pc:inkChg>
        <pc:inkChg chg="add">
          <ac:chgData name="Luke Richardson" userId="a78666de-887e-4b6f-8187-5796b3720707" providerId="ADAL" clId="{2BD23FAD-FE98-834B-824A-22C299D61F78}" dt="2025-01-31T11:57:36.659" v="48"/>
          <ac:inkMkLst>
            <pc:docMk/>
            <pc:sldMk cId="2094996096" sldId="258"/>
            <ac:inkMk id="52" creationId="{B33AA0AB-8C35-3EF6-6842-4879DE2C6E24}"/>
          </ac:inkMkLst>
        </pc:inkChg>
        <pc:inkChg chg="add del">
          <ac:chgData name="Luke Richardson" userId="a78666de-887e-4b6f-8187-5796b3720707" providerId="ADAL" clId="{2BD23FAD-FE98-834B-824A-22C299D61F78}" dt="2025-01-31T11:57:40.225" v="58"/>
          <ac:inkMkLst>
            <pc:docMk/>
            <pc:sldMk cId="2094996096" sldId="258"/>
            <ac:inkMk id="53" creationId="{AC4F9B66-43A3-7052-065A-6B9E5157849D}"/>
          </ac:inkMkLst>
        </pc:inkChg>
        <pc:inkChg chg="add del">
          <ac:chgData name="Luke Richardson" userId="a78666de-887e-4b6f-8187-5796b3720707" providerId="ADAL" clId="{2BD23FAD-FE98-834B-824A-22C299D61F78}" dt="2025-01-31T11:57:40.225" v="58"/>
          <ac:inkMkLst>
            <pc:docMk/>
            <pc:sldMk cId="2094996096" sldId="258"/>
            <ac:inkMk id="54" creationId="{33590F5F-5383-0573-77BC-B463E13E2905}"/>
          </ac:inkMkLst>
        </pc:inkChg>
        <pc:inkChg chg="add">
          <ac:chgData name="Luke Richardson" userId="a78666de-887e-4b6f-8187-5796b3720707" providerId="ADAL" clId="{2BD23FAD-FE98-834B-824A-22C299D61F78}" dt="2025-01-31T11:57:37.298" v="51"/>
          <ac:inkMkLst>
            <pc:docMk/>
            <pc:sldMk cId="2094996096" sldId="258"/>
            <ac:inkMk id="55" creationId="{EDCC972B-769C-9726-812B-5CF515375A7C}"/>
          </ac:inkMkLst>
        </pc:inkChg>
        <pc:inkChg chg="add del">
          <ac:chgData name="Luke Richardson" userId="a78666de-887e-4b6f-8187-5796b3720707" providerId="ADAL" clId="{2BD23FAD-FE98-834B-824A-22C299D61F78}" dt="2025-01-31T11:57:40.225" v="58"/>
          <ac:inkMkLst>
            <pc:docMk/>
            <pc:sldMk cId="2094996096" sldId="258"/>
            <ac:inkMk id="56" creationId="{5B744BA9-39D7-2D08-BEE0-AAED7885DCF8}"/>
          </ac:inkMkLst>
        </pc:inkChg>
        <pc:inkChg chg="add del">
          <ac:chgData name="Luke Richardson" userId="a78666de-887e-4b6f-8187-5796b3720707" providerId="ADAL" clId="{2BD23FAD-FE98-834B-824A-22C299D61F78}" dt="2025-01-31T11:57:40.225" v="58"/>
          <ac:inkMkLst>
            <pc:docMk/>
            <pc:sldMk cId="2094996096" sldId="258"/>
            <ac:inkMk id="57" creationId="{E58C75A9-1363-E790-DDB8-10A697D3B49C}"/>
          </ac:inkMkLst>
        </pc:inkChg>
        <pc:inkChg chg="add">
          <ac:chgData name="Luke Richardson" userId="a78666de-887e-4b6f-8187-5796b3720707" providerId="ADAL" clId="{2BD23FAD-FE98-834B-824A-22C299D61F78}" dt="2025-01-31T11:57:38.320" v="54"/>
          <ac:inkMkLst>
            <pc:docMk/>
            <pc:sldMk cId="2094996096" sldId="258"/>
            <ac:inkMk id="58" creationId="{A7F2B501-D27C-0B6E-3D4B-AA224DD360B8}"/>
          </ac:inkMkLst>
        </pc:inkChg>
        <pc:inkChg chg="add del">
          <ac:chgData name="Luke Richardson" userId="a78666de-887e-4b6f-8187-5796b3720707" providerId="ADAL" clId="{2BD23FAD-FE98-834B-824A-22C299D61F78}" dt="2025-01-31T11:57:40.225" v="58"/>
          <ac:inkMkLst>
            <pc:docMk/>
            <pc:sldMk cId="2094996096" sldId="258"/>
            <ac:inkMk id="59" creationId="{98CED976-E752-C663-A6EF-9FBDBBAAFD46}"/>
          </ac:inkMkLst>
        </pc:inkChg>
        <pc:inkChg chg="add">
          <ac:chgData name="Luke Richardson" userId="a78666de-887e-4b6f-8187-5796b3720707" providerId="ADAL" clId="{2BD23FAD-FE98-834B-824A-22C299D61F78}" dt="2025-01-31T11:57:38.846" v="56"/>
          <ac:inkMkLst>
            <pc:docMk/>
            <pc:sldMk cId="2094996096" sldId="258"/>
            <ac:inkMk id="60" creationId="{918A189A-1904-8F74-76FC-9E267B65CAC3}"/>
          </ac:inkMkLst>
        </pc:inkChg>
        <pc:inkChg chg="add del">
          <ac:chgData name="Luke Richardson" userId="a78666de-887e-4b6f-8187-5796b3720707" providerId="ADAL" clId="{2BD23FAD-FE98-834B-824A-22C299D61F78}" dt="2025-01-31T11:57:40.225" v="58"/>
          <ac:inkMkLst>
            <pc:docMk/>
            <pc:sldMk cId="2094996096" sldId="258"/>
            <ac:inkMk id="61" creationId="{EE51C568-3893-A34A-6583-68790CE76D23}"/>
          </ac:inkMkLst>
        </pc:inkChg>
        <pc:inkChg chg="add mod reco">
          <ac:chgData name="Luke Richardson" userId="a78666de-887e-4b6f-8187-5796b3720707" providerId="ADAL" clId="{2BD23FAD-FE98-834B-824A-22C299D61F78}" dt="2025-01-31T11:58:14.668" v="83" actId="1076"/>
          <ac:inkMkLst>
            <pc:docMk/>
            <pc:sldMk cId="2094996096" sldId="258"/>
            <ac:inkMk id="62" creationId="{7CD82680-8770-170F-06C8-0FFABA3A1DAB}"/>
          </ac:inkMkLst>
        </pc:inkChg>
        <pc:inkChg chg="add del">
          <ac:chgData name="Luke Richardson" userId="a78666de-887e-4b6f-8187-5796b3720707" providerId="ADAL" clId="{2BD23FAD-FE98-834B-824A-22C299D61F78}" dt="2025-01-31T11:57:45.959" v="72"/>
          <ac:inkMkLst>
            <pc:docMk/>
            <pc:sldMk cId="2094996096" sldId="258"/>
            <ac:inkMk id="63" creationId="{E0E094D1-7308-1700-05BD-3D18998E5970}"/>
          </ac:inkMkLst>
        </pc:inkChg>
        <pc:inkChg chg="add del">
          <ac:chgData name="Luke Richardson" userId="a78666de-887e-4b6f-8187-5796b3720707" providerId="ADAL" clId="{2BD23FAD-FE98-834B-824A-22C299D61F78}" dt="2025-01-31T11:57:45.959" v="72"/>
          <ac:inkMkLst>
            <pc:docMk/>
            <pc:sldMk cId="2094996096" sldId="258"/>
            <ac:inkMk id="64" creationId="{C41DF42B-47E1-C619-410D-D211DC17A4BE}"/>
          </ac:inkMkLst>
        </pc:inkChg>
        <pc:inkChg chg="add">
          <ac:chgData name="Luke Richardson" userId="a78666de-887e-4b6f-8187-5796b3720707" providerId="ADAL" clId="{2BD23FAD-FE98-834B-824A-22C299D61F78}" dt="2025-01-31T11:57:41.678" v="61"/>
          <ac:inkMkLst>
            <pc:docMk/>
            <pc:sldMk cId="2094996096" sldId="258"/>
            <ac:inkMk id="65" creationId="{097AF7BF-66A9-6023-ABBA-B201DD0881E5}"/>
          </ac:inkMkLst>
        </pc:inkChg>
        <pc:inkChg chg="add del">
          <ac:chgData name="Luke Richardson" userId="a78666de-887e-4b6f-8187-5796b3720707" providerId="ADAL" clId="{2BD23FAD-FE98-834B-824A-22C299D61F78}" dt="2025-01-31T11:57:45.959" v="72"/>
          <ac:inkMkLst>
            <pc:docMk/>
            <pc:sldMk cId="2094996096" sldId="258"/>
            <ac:inkMk id="66" creationId="{60CE5F0A-8BB9-0111-20E8-2B74AEBD03B2}"/>
          </ac:inkMkLst>
        </pc:inkChg>
        <pc:inkChg chg="add del">
          <ac:chgData name="Luke Richardson" userId="a78666de-887e-4b6f-8187-5796b3720707" providerId="ADAL" clId="{2BD23FAD-FE98-834B-824A-22C299D61F78}" dt="2025-01-31T11:57:45.959" v="72"/>
          <ac:inkMkLst>
            <pc:docMk/>
            <pc:sldMk cId="2094996096" sldId="258"/>
            <ac:inkMk id="67" creationId="{EDD9EE9C-0DD3-9642-D088-0DA0438E0388}"/>
          </ac:inkMkLst>
        </pc:inkChg>
        <pc:inkChg chg="add del">
          <ac:chgData name="Luke Richardson" userId="a78666de-887e-4b6f-8187-5796b3720707" providerId="ADAL" clId="{2BD23FAD-FE98-834B-824A-22C299D61F78}" dt="2025-01-31T11:57:45.959" v="72"/>
          <ac:inkMkLst>
            <pc:docMk/>
            <pc:sldMk cId="2094996096" sldId="258"/>
            <ac:inkMk id="68" creationId="{485A90EF-FDDB-2E9D-CB5A-3A3A33050064}"/>
          </ac:inkMkLst>
        </pc:inkChg>
        <pc:inkChg chg="add">
          <ac:chgData name="Luke Richardson" userId="a78666de-887e-4b6f-8187-5796b3720707" providerId="ADAL" clId="{2BD23FAD-FE98-834B-824A-22C299D61F78}" dt="2025-01-31T11:57:43.236" v="65"/>
          <ac:inkMkLst>
            <pc:docMk/>
            <pc:sldMk cId="2094996096" sldId="258"/>
            <ac:inkMk id="69" creationId="{B59A3F94-E1EC-836F-A48C-EA84E56F5D2C}"/>
          </ac:inkMkLst>
        </pc:inkChg>
        <pc:inkChg chg="add del">
          <ac:chgData name="Luke Richardson" userId="a78666de-887e-4b6f-8187-5796b3720707" providerId="ADAL" clId="{2BD23FAD-FE98-834B-824A-22C299D61F78}" dt="2025-01-31T11:57:45.959" v="72"/>
          <ac:inkMkLst>
            <pc:docMk/>
            <pc:sldMk cId="2094996096" sldId="258"/>
            <ac:inkMk id="70" creationId="{1520F49B-13EF-2A40-E136-686C12CAD643}"/>
          </ac:inkMkLst>
        </pc:inkChg>
        <pc:inkChg chg="add">
          <ac:chgData name="Luke Richardson" userId="a78666de-887e-4b6f-8187-5796b3720707" providerId="ADAL" clId="{2BD23FAD-FE98-834B-824A-22C299D61F78}" dt="2025-01-31T11:57:43.638" v="67"/>
          <ac:inkMkLst>
            <pc:docMk/>
            <pc:sldMk cId="2094996096" sldId="258"/>
            <ac:inkMk id="71" creationId="{5166D720-98A3-A214-B135-1BAD0A97598E}"/>
          </ac:inkMkLst>
        </pc:inkChg>
        <pc:inkChg chg="add del">
          <ac:chgData name="Luke Richardson" userId="a78666de-887e-4b6f-8187-5796b3720707" providerId="ADAL" clId="{2BD23FAD-FE98-834B-824A-22C299D61F78}" dt="2025-01-31T11:57:45.959" v="72"/>
          <ac:inkMkLst>
            <pc:docMk/>
            <pc:sldMk cId="2094996096" sldId="258"/>
            <ac:inkMk id="72" creationId="{FE531CCC-6AA9-864D-C5AB-E8391CB4A95E}"/>
          </ac:inkMkLst>
        </pc:inkChg>
        <pc:inkChg chg="add del">
          <ac:chgData name="Luke Richardson" userId="a78666de-887e-4b6f-8187-5796b3720707" providerId="ADAL" clId="{2BD23FAD-FE98-834B-824A-22C299D61F78}" dt="2025-01-31T11:57:45.959" v="72"/>
          <ac:inkMkLst>
            <pc:docMk/>
            <pc:sldMk cId="2094996096" sldId="258"/>
            <ac:inkMk id="73" creationId="{5533AB87-42D7-5428-96BC-118680C690D3}"/>
          </ac:inkMkLst>
        </pc:inkChg>
        <pc:inkChg chg="add">
          <ac:chgData name="Luke Richardson" userId="a78666de-887e-4b6f-8187-5796b3720707" providerId="ADAL" clId="{2BD23FAD-FE98-834B-824A-22C299D61F78}" dt="2025-01-31T11:57:44.639" v="70"/>
          <ac:inkMkLst>
            <pc:docMk/>
            <pc:sldMk cId="2094996096" sldId="258"/>
            <ac:inkMk id="74" creationId="{68E694C0-80DA-012A-6BF2-A2DC66D05F02}"/>
          </ac:inkMkLst>
        </pc:inkChg>
        <pc:inkChg chg="add del">
          <ac:chgData name="Luke Richardson" userId="a78666de-887e-4b6f-8187-5796b3720707" providerId="ADAL" clId="{2BD23FAD-FE98-834B-824A-22C299D61F78}" dt="2025-01-31T11:57:45.959" v="72"/>
          <ac:inkMkLst>
            <pc:docMk/>
            <pc:sldMk cId="2094996096" sldId="258"/>
            <ac:inkMk id="75" creationId="{3BE2B724-6F1E-8A74-C7B7-9150DE8ABFCA}"/>
          </ac:inkMkLst>
        </pc:inkChg>
        <pc:inkChg chg="add reco">
          <ac:chgData name="Luke Richardson" userId="a78666de-887e-4b6f-8187-5796b3720707" providerId="ADAL" clId="{2BD23FAD-FE98-834B-824A-22C299D61F78}" dt="2025-01-31T11:57:45.959" v="72"/>
          <ac:inkMkLst>
            <pc:docMk/>
            <pc:sldMk cId="2094996096" sldId="258"/>
            <ac:inkMk id="76" creationId="{87861E68-DA99-7564-9ACC-8BE3D8C238C2}"/>
          </ac:inkMkLst>
        </pc:inkChg>
        <pc:inkChg chg="mod">
          <ac:chgData name="Luke Richardson" userId="a78666de-887e-4b6f-8187-5796b3720707" providerId="ADAL" clId="{2BD23FAD-FE98-834B-824A-22C299D61F78}" dt="2025-01-31T11:58:14.668" v="83" actId="1076"/>
          <ac:inkMkLst>
            <pc:docMk/>
            <pc:sldMk cId="2094996096" sldId="258"/>
            <ac:inkMk id="77" creationId="{85C62AC4-7F23-1FE0-F76F-99D118B18657}"/>
          </ac:inkMkLst>
        </pc:inkChg>
        <pc:inkChg chg="add del">
          <ac:chgData name="Luke Richardson" userId="a78666de-887e-4b6f-8187-5796b3720707" providerId="ADAL" clId="{2BD23FAD-FE98-834B-824A-22C299D61F78}" dt="2025-01-31T11:57:56.227" v="81"/>
          <ac:inkMkLst>
            <pc:docMk/>
            <pc:sldMk cId="2094996096" sldId="258"/>
            <ac:inkMk id="78" creationId="{6A13A207-7F4E-7E78-EA65-C68A3EEA8E20}"/>
          </ac:inkMkLst>
        </pc:inkChg>
        <pc:inkChg chg="add del">
          <ac:chgData name="Luke Richardson" userId="a78666de-887e-4b6f-8187-5796b3720707" providerId="ADAL" clId="{2BD23FAD-FE98-834B-824A-22C299D61F78}" dt="2025-01-31T11:57:56.227" v="81"/>
          <ac:inkMkLst>
            <pc:docMk/>
            <pc:sldMk cId="2094996096" sldId="258"/>
            <ac:inkMk id="79" creationId="{84B7FADB-D356-E4CC-A829-C274C9C4D6CB}"/>
          </ac:inkMkLst>
        </pc:inkChg>
        <pc:inkChg chg="add del">
          <ac:chgData name="Luke Richardson" userId="a78666de-887e-4b6f-8187-5796b3720707" providerId="ADAL" clId="{2BD23FAD-FE98-834B-824A-22C299D61F78}" dt="2025-01-31T11:57:56.227" v="81"/>
          <ac:inkMkLst>
            <pc:docMk/>
            <pc:sldMk cId="2094996096" sldId="258"/>
            <ac:inkMk id="80" creationId="{5B7029C6-29D2-1B1A-1C0A-FC9DB2EF8750}"/>
          </ac:inkMkLst>
        </pc:inkChg>
        <pc:inkChg chg="add del">
          <ac:chgData name="Luke Richardson" userId="a78666de-887e-4b6f-8187-5796b3720707" providerId="ADAL" clId="{2BD23FAD-FE98-834B-824A-22C299D61F78}" dt="2025-01-31T11:57:56.227" v="81"/>
          <ac:inkMkLst>
            <pc:docMk/>
            <pc:sldMk cId="2094996096" sldId="258"/>
            <ac:inkMk id="81" creationId="{E5AD1BB1-0385-C431-CED3-BB706171D040}"/>
          </ac:inkMkLst>
        </pc:inkChg>
        <pc:inkChg chg="add del">
          <ac:chgData name="Luke Richardson" userId="a78666de-887e-4b6f-8187-5796b3720707" providerId="ADAL" clId="{2BD23FAD-FE98-834B-824A-22C299D61F78}" dt="2025-01-31T11:57:56.227" v="81"/>
          <ac:inkMkLst>
            <pc:docMk/>
            <pc:sldMk cId="2094996096" sldId="258"/>
            <ac:inkMk id="82" creationId="{62212C40-001E-70F2-7EFA-6F20B3D2ACD7}"/>
          </ac:inkMkLst>
        </pc:inkChg>
        <pc:inkChg chg="add del">
          <ac:chgData name="Luke Richardson" userId="a78666de-887e-4b6f-8187-5796b3720707" providerId="ADAL" clId="{2BD23FAD-FE98-834B-824A-22C299D61F78}" dt="2025-01-31T11:57:56.227" v="81"/>
          <ac:inkMkLst>
            <pc:docMk/>
            <pc:sldMk cId="2094996096" sldId="258"/>
            <ac:inkMk id="83" creationId="{DD64B805-5F8D-C4CE-8FE4-7ABF3E8760C9}"/>
          </ac:inkMkLst>
        </pc:inkChg>
        <pc:inkChg chg="add del">
          <ac:chgData name="Luke Richardson" userId="a78666de-887e-4b6f-8187-5796b3720707" providerId="ADAL" clId="{2BD23FAD-FE98-834B-824A-22C299D61F78}" dt="2025-01-31T11:57:56.227" v="81"/>
          <ac:inkMkLst>
            <pc:docMk/>
            <pc:sldMk cId="2094996096" sldId="258"/>
            <ac:inkMk id="84" creationId="{DA21DD0A-B25F-F743-F86D-6678FE925D81}"/>
          </ac:inkMkLst>
        </pc:inkChg>
        <pc:inkChg chg="add del">
          <ac:chgData name="Luke Richardson" userId="a78666de-887e-4b6f-8187-5796b3720707" providerId="ADAL" clId="{2BD23FAD-FE98-834B-824A-22C299D61F78}" dt="2025-01-31T11:57:56.227" v="81"/>
          <ac:inkMkLst>
            <pc:docMk/>
            <pc:sldMk cId="2094996096" sldId="258"/>
            <ac:inkMk id="85" creationId="{03A3CCCF-9FBF-82C6-7499-54CDC3DAF9DF}"/>
          </ac:inkMkLst>
        </pc:inkChg>
        <pc:inkChg chg="add reco">
          <ac:chgData name="Luke Richardson" userId="a78666de-887e-4b6f-8187-5796b3720707" providerId="ADAL" clId="{2BD23FAD-FE98-834B-824A-22C299D61F78}" dt="2025-01-31T11:57:56.227" v="81"/>
          <ac:inkMkLst>
            <pc:docMk/>
            <pc:sldMk cId="2094996096" sldId="258"/>
            <ac:inkMk id="86" creationId="{883B64C7-8D03-78E9-EA86-BB1E0BCAE00E}"/>
          </ac:inkMkLst>
        </pc:inkChg>
        <pc:inkChg chg="add del">
          <ac:chgData name="Luke Richardson" userId="a78666de-887e-4b6f-8187-5796b3720707" providerId="ADAL" clId="{2BD23FAD-FE98-834B-824A-22C299D61F78}" dt="2025-01-31T11:58:19.795" v="87"/>
          <ac:inkMkLst>
            <pc:docMk/>
            <pc:sldMk cId="2094996096" sldId="258"/>
            <ac:inkMk id="87" creationId="{58FFA22A-F98C-4CFB-129C-80CA51BC7865}"/>
          </ac:inkMkLst>
        </pc:inkChg>
        <pc:inkChg chg="add del">
          <ac:chgData name="Luke Richardson" userId="a78666de-887e-4b6f-8187-5796b3720707" providerId="ADAL" clId="{2BD23FAD-FE98-834B-824A-22C299D61F78}" dt="2025-01-31T11:58:19.795" v="87"/>
          <ac:inkMkLst>
            <pc:docMk/>
            <pc:sldMk cId="2094996096" sldId="258"/>
            <ac:inkMk id="88" creationId="{85265571-B94C-7EE9-4E22-868852D64201}"/>
          </ac:inkMkLst>
        </pc:inkChg>
        <pc:inkChg chg="add del">
          <ac:chgData name="Luke Richardson" userId="a78666de-887e-4b6f-8187-5796b3720707" providerId="ADAL" clId="{2BD23FAD-FE98-834B-824A-22C299D61F78}" dt="2025-01-31T11:58:19.795" v="87"/>
          <ac:inkMkLst>
            <pc:docMk/>
            <pc:sldMk cId="2094996096" sldId="258"/>
            <ac:inkMk id="89" creationId="{A80F94A8-EE89-136E-16B7-74F9C649CE88}"/>
          </ac:inkMkLst>
        </pc:inkChg>
        <pc:inkChg chg="add reco">
          <ac:chgData name="Luke Richardson" userId="a78666de-887e-4b6f-8187-5796b3720707" providerId="ADAL" clId="{2BD23FAD-FE98-834B-824A-22C299D61F78}" dt="2025-01-31T11:58:19.795" v="87"/>
          <ac:inkMkLst>
            <pc:docMk/>
            <pc:sldMk cId="2094996096" sldId="258"/>
            <ac:inkMk id="90" creationId="{F90EC569-1DE8-B5C1-85C3-016A75259ED9}"/>
          </ac:inkMkLst>
        </pc:inkChg>
        <pc:inkChg chg="add del">
          <ac:chgData name="Luke Richardson" userId="a78666de-887e-4b6f-8187-5796b3720707" providerId="ADAL" clId="{2BD23FAD-FE98-834B-824A-22C299D61F78}" dt="2025-01-31T11:58:30.636" v="93"/>
          <ac:inkMkLst>
            <pc:docMk/>
            <pc:sldMk cId="2094996096" sldId="258"/>
            <ac:inkMk id="91" creationId="{20D285CF-9DEC-69D4-2E5D-34F9E7994FEE}"/>
          </ac:inkMkLst>
        </pc:inkChg>
        <pc:inkChg chg="add del">
          <ac:chgData name="Luke Richardson" userId="a78666de-887e-4b6f-8187-5796b3720707" providerId="ADAL" clId="{2BD23FAD-FE98-834B-824A-22C299D61F78}" dt="2025-01-31T11:58:30.636" v="93"/>
          <ac:inkMkLst>
            <pc:docMk/>
            <pc:sldMk cId="2094996096" sldId="258"/>
            <ac:inkMk id="92" creationId="{1C1D68E8-1829-DE08-8BDB-ED5EF1BA9C35}"/>
          </ac:inkMkLst>
        </pc:inkChg>
        <pc:inkChg chg="add del">
          <ac:chgData name="Luke Richardson" userId="a78666de-887e-4b6f-8187-5796b3720707" providerId="ADAL" clId="{2BD23FAD-FE98-834B-824A-22C299D61F78}" dt="2025-01-31T11:58:30.636" v="93"/>
          <ac:inkMkLst>
            <pc:docMk/>
            <pc:sldMk cId="2094996096" sldId="258"/>
            <ac:inkMk id="93" creationId="{B9E1A3D3-CF8E-2EA9-DAFB-72A858F8C5A1}"/>
          </ac:inkMkLst>
        </pc:inkChg>
        <pc:inkChg chg="add del">
          <ac:chgData name="Luke Richardson" userId="a78666de-887e-4b6f-8187-5796b3720707" providerId="ADAL" clId="{2BD23FAD-FE98-834B-824A-22C299D61F78}" dt="2025-01-31T11:58:30.636" v="93"/>
          <ac:inkMkLst>
            <pc:docMk/>
            <pc:sldMk cId="2094996096" sldId="258"/>
            <ac:inkMk id="94" creationId="{CF164FA0-FBDB-E846-3201-182B34170090}"/>
          </ac:inkMkLst>
        </pc:inkChg>
        <pc:inkChg chg="add del">
          <ac:chgData name="Luke Richardson" userId="a78666de-887e-4b6f-8187-5796b3720707" providerId="ADAL" clId="{2BD23FAD-FE98-834B-824A-22C299D61F78}" dt="2025-01-31T11:58:30.636" v="93"/>
          <ac:inkMkLst>
            <pc:docMk/>
            <pc:sldMk cId="2094996096" sldId="258"/>
            <ac:inkMk id="95" creationId="{35D7FB0C-EBE0-968C-A3D6-F6E9AD25B951}"/>
          </ac:inkMkLst>
        </pc:inkChg>
        <pc:inkChg chg="add reco">
          <ac:chgData name="Luke Richardson" userId="a78666de-887e-4b6f-8187-5796b3720707" providerId="ADAL" clId="{2BD23FAD-FE98-834B-824A-22C299D61F78}" dt="2025-01-31T11:58:30.636" v="93"/>
          <ac:inkMkLst>
            <pc:docMk/>
            <pc:sldMk cId="2094996096" sldId="258"/>
            <ac:inkMk id="96" creationId="{B40C58E7-3F21-1F4B-DA69-A2AC26AFBEA3}"/>
          </ac:inkMkLst>
        </pc:inkChg>
        <pc:inkChg chg="add del">
          <ac:chgData name="Luke Richardson" userId="a78666de-887e-4b6f-8187-5796b3720707" providerId="ADAL" clId="{2BD23FAD-FE98-834B-824A-22C299D61F78}" dt="2025-01-31T11:58:33.057" v="98"/>
          <ac:inkMkLst>
            <pc:docMk/>
            <pc:sldMk cId="2094996096" sldId="258"/>
            <ac:inkMk id="97" creationId="{22D96CA6-DFE6-BFBB-656F-535FCE7D1141}"/>
          </ac:inkMkLst>
        </pc:inkChg>
        <pc:inkChg chg="add del">
          <ac:chgData name="Luke Richardson" userId="a78666de-887e-4b6f-8187-5796b3720707" providerId="ADAL" clId="{2BD23FAD-FE98-834B-824A-22C299D61F78}" dt="2025-01-31T11:58:33.057" v="98"/>
          <ac:inkMkLst>
            <pc:docMk/>
            <pc:sldMk cId="2094996096" sldId="258"/>
            <ac:inkMk id="98" creationId="{33D329F0-12A5-A355-1B9A-6891AB238766}"/>
          </ac:inkMkLst>
        </pc:inkChg>
        <pc:inkChg chg="add del">
          <ac:chgData name="Luke Richardson" userId="a78666de-887e-4b6f-8187-5796b3720707" providerId="ADAL" clId="{2BD23FAD-FE98-834B-824A-22C299D61F78}" dt="2025-01-31T11:58:33.057" v="98"/>
          <ac:inkMkLst>
            <pc:docMk/>
            <pc:sldMk cId="2094996096" sldId="258"/>
            <ac:inkMk id="99" creationId="{FD9AA6AD-C6AB-CA56-80F1-B5FE50FC79CC}"/>
          </ac:inkMkLst>
        </pc:inkChg>
        <pc:inkChg chg="add del">
          <ac:chgData name="Luke Richardson" userId="a78666de-887e-4b6f-8187-5796b3720707" providerId="ADAL" clId="{2BD23FAD-FE98-834B-824A-22C299D61F78}" dt="2025-01-31T11:58:33.057" v="98"/>
          <ac:inkMkLst>
            <pc:docMk/>
            <pc:sldMk cId="2094996096" sldId="258"/>
            <ac:inkMk id="100" creationId="{7640181D-1366-D88A-0C36-9D9D9831C501}"/>
          </ac:inkMkLst>
        </pc:inkChg>
        <pc:inkChg chg="add mod reco modStrokes">
          <ac:chgData name="Luke Richardson" userId="a78666de-887e-4b6f-8187-5796b3720707" providerId="ADAL" clId="{2BD23FAD-FE98-834B-824A-22C299D61F78}" dt="2025-01-31T11:58:33.396" v="99"/>
          <ac:inkMkLst>
            <pc:docMk/>
            <pc:sldMk cId="2094996096" sldId="258"/>
            <ac:inkMk id="101" creationId="{89C97CE3-222B-4EDA-6791-1361FE0FAB64}"/>
          </ac:inkMkLst>
        </pc:inkChg>
        <pc:inkChg chg="add del">
          <ac:chgData name="Luke Richardson" userId="a78666de-887e-4b6f-8187-5796b3720707" providerId="ADAL" clId="{2BD23FAD-FE98-834B-824A-22C299D61F78}" dt="2025-01-31T11:58:34.972" v="101"/>
          <ac:inkMkLst>
            <pc:docMk/>
            <pc:sldMk cId="2094996096" sldId="258"/>
            <ac:inkMk id="102" creationId="{4AE17BDC-0289-AA95-37AF-9C06F179B8B7}"/>
          </ac:inkMkLst>
        </pc:inkChg>
        <pc:inkChg chg="add del">
          <ac:chgData name="Luke Richardson" userId="a78666de-887e-4b6f-8187-5796b3720707" providerId="ADAL" clId="{2BD23FAD-FE98-834B-824A-22C299D61F78}" dt="2025-01-31T11:58:42.292" v="116"/>
          <ac:inkMkLst>
            <pc:docMk/>
            <pc:sldMk cId="2094996096" sldId="258"/>
            <ac:inkMk id="103" creationId="{EF98ABB3-F88E-AEF8-ABDD-B7952656472C}"/>
          </ac:inkMkLst>
        </pc:inkChg>
        <pc:inkChg chg="add del">
          <ac:chgData name="Luke Richardson" userId="a78666de-887e-4b6f-8187-5796b3720707" providerId="ADAL" clId="{2BD23FAD-FE98-834B-824A-22C299D61F78}" dt="2025-01-31T11:58:42.292" v="116"/>
          <ac:inkMkLst>
            <pc:docMk/>
            <pc:sldMk cId="2094996096" sldId="258"/>
            <ac:inkMk id="104" creationId="{0B2025BC-12F3-35FE-836B-1C6AFAE3330D}"/>
          </ac:inkMkLst>
        </pc:inkChg>
        <pc:inkChg chg="add del">
          <ac:chgData name="Luke Richardson" userId="a78666de-887e-4b6f-8187-5796b3720707" providerId="ADAL" clId="{2BD23FAD-FE98-834B-824A-22C299D61F78}" dt="2025-01-31T11:58:37.767" v="106"/>
          <ac:inkMkLst>
            <pc:docMk/>
            <pc:sldMk cId="2094996096" sldId="258"/>
            <ac:inkMk id="105" creationId="{AF5F45BD-0A50-DF24-0FB2-2C277AC3D234}"/>
          </ac:inkMkLst>
        </pc:inkChg>
        <pc:inkChg chg="add del">
          <ac:chgData name="Luke Richardson" userId="a78666de-887e-4b6f-8187-5796b3720707" providerId="ADAL" clId="{2BD23FAD-FE98-834B-824A-22C299D61F78}" dt="2025-01-31T11:58:37.769" v="107"/>
          <ac:inkMkLst>
            <pc:docMk/>
            <pc:sldMk cId="2094996096" sldId="258"/>
            <ac:inkMk id="106" creationId="{F36CE793-3521-6980-F222-FADDBB116978}"/>
          </ac:inkMkLst>
        </pc:inkChg>
        <pc:inkChg chg="add del">
          <ac:chgData name="Luke Richardson" userId="a78666de-887e-4b6f-8187-5796b3720707" providerId="ADAL" clId="{2BD23FAD-FE98-834B-824A-22C299D61F78}" dt="2025-01-31T11:58:42.292" v="116"/>
          <ac:inkMkLst>
            <pc:docMk/>
            <pc:sldMk cId="2094996096" sldId="258"/>
            <ac:inkMk id="107" creationId="{E58300DE-93FC-162F-2CC2-57394D7EFDB3}"/>
          </ac:inkMkLst>
        </pc:inkChg>
        <pc:inkChg chg="add del">
          <ac:chgData name="Luke Richardson" userId="a78666de-887e-4b6f-8187-5796b3720707" providerId="ADAL" clId="{2BD23FAD-FE98-834B-824A-22C299D61F78}" dt="2025-01-31T11:58:42.292" v="116"/>
          <ac:inkMkLst>
            <pc:docMk/>
            <pc:sldMk cId="2094996096" sldId="258"/>
            <ac:inkMk id="108" creationId="{B0F5DB2F-3BD5-BD5A-CE79-22B4810262E4}"/>
          </ac:inkMkLst>
        </pc:inkChg>
        <pc:inkChg chg="add">
          <ac:chgData name="Luke Richardson" userId="a78666de-887e-4b6f-8187-5796b3720707" providerId="ADAL" clId="{2BD23FAD-FE98-834B-824A-22C299D61F78}" dt="2025-01-31T11:58:39.186" v="110"/>
          <ac:inkMkLst>
            <pc:docMk/>
            <pc:sldMk cId="2094996096" sldId="258"/>
            <ac:inkMk id="109" creationId="{1812F382-DC49-A795-DE8F-2F86985D428B}"/>
          </ac:inkMkLst>
        </pc:inkChg>
        <pc:inkChg chg="add">
          <ac:chgData name="Luke Richardson" userId="a78666de-887e-4b6f-8187-5796b3720707" providerId="ADAL" clId="{2BD23FAD-FE98-834B-824A-22C299D61F78}" dt="2025-01-31T11:58:39.653" v="111"/>
          <ac:inkMkLst>
            <pc:docMk/>
            <pc:sldMk cId="2094996096" sldId="258"/>
            <ac:inkMk id="110" creationId="{3F9A1DE7-EC3F-F79C-F03E-E3A7AEFDCA64}"/>
          </ac:inkMkLst>
        </pc:inkChg>
        <pc:inkChg chg="add del">
          <ac:chgData name="Luke Richardson" userId="a78666de-887e-4b6f-8187-5796b3720707" providerId="ADAL" clId="{2BD23FAD-FE98-834B-824A-22C299D61F78}" dt="2025-01-31T11:58:42.292" v="116"/>
          <ac:inkMkLst>
            <pc:docMk/>
            <pc:sldMk cId="2094996096" sldId="258"/>
            <ac:inkMk id="111" creationId="{7618DDC0-A898-3842-C295-AD652C7A295F}"/>
          </ac:inkMkLst>
        </pc:inkChg>
        <pc:inkChg chg="add del">
          <ac:chgData name="Luke Richardson" userId="a78666de-887e-4b6f-8187-5796b3720707" providerId="ADAL" clId="{2BD23FAD-FE98-834B-824A-22C299D61F78}" dt="2025-01-31T11:58:42.292" v="116"/>
          <ac:inkMkLst>
            <pc:docMk/>
            <pc:sldMk cId="2094996096" sldId="258"/>
            <ac:inkMk id="112" creationId="{D430CBCB-B8E4-F282-AEE2-DC1EA2609425}"/>
          </ac:inkMkLst>
        </pc:inkChg>
        <pc:inkChg chg="add del">
          <ac:chgData name="Luke Richardson" userId="a78666de-887e-4b6f-8187-5796b3720707" providerId="ADAL" clId="{2BD23FAD-FE98-834B-824A-22C299D61F78}" dt="2025-01-31T11:58:42.292" v="116"/>
          <ac:inkMkLst>
            <pc:docMk/>
            <pc:sldMk cId="2094996096" sldId="258"/>
            <ac:inkMk id="113" creationId="{DC1B375C-7D3B-E081-B85E-8231AE9168CA}"/>
          </ac:inkMkLst>
        </pc:inkChg>
        <pc:inkChg chg="add del">
          <ac:chgData name="Luke Richardson" userId="a78666de-887e-4b6f-8187-5796b3720707" providerId="ADAL" clId="{2BD23FAD-FE98-834B-824A-22C299D61F78}" dt="2025-01-31T11:58:42.292" v="116"/>
          <ac:inkMkLst>
            <pc:docMk/>
            <pc:sldMk cId="2094996096" sldId="258"/>
            <ac:inkMk id="114" creationId="{2909D179-1039-E1CB-1BF1-0E2EE833D8A9}"/>
          </ac:inkMkLst>
        </pc:inkChg>
        <pc:inkChg chg="add reco">
          <ac:chgData name="Luke Richardson" userId="a78666de-887e-4b6f-8187-5796b3720707" providerId="ADAL" clId="{2BD23FAD-FE98-834B-824A-22C299D61F78}" dt="2025-01-31T11:58:42.292" v="116"/>
          <ac:inkMkLst>
            <pc:docMk/>
            <pc:sldMk cId="2094996096" sldId="258"/>
            <ac:inkMk id="115" creationId="{B05C3D10-43E4-5777-BF57-1F0FC88A8582}"/>
          </ac:inkMkLst>
        </pc:inkChg>
        <pc:inkChg chg="add reco">
          <ac:chgData name="Luke Richardson" userId="a78666de-887e-4b6f-8187-5796b3720707" providerId="ADAL" clId="{2BD23FAD-FE98-834B-824A-22C299D61F78}" dt="2025-01-31T11:58:42.292" v="116"/>
          <ac:inkMkLst>
            <pc:docMk/>
            <pc:sldMk cId="2094996096" sldId="258"/>
            <ac:inkMk id="116" creationId="{8464D5A2-EE10-FF92-315C-3744B328FF34}"/>
          </ac:inkMkLst>
        </pc:inkChg>
        <pc:inkChg chg="add del">
          <ac:chgData name="Luke Richardson" userId="a78666de-887e-4b6f-8187-5796b3720707" providerId="ADAL" clId="{2BD23FAD-FE98-834B-824A-22C299D61F78}" dt="2025-01-31T11:58:45.696" v="124"/>
          <ac:inkMkLst>
            <pc:docMk/>
            <pc:sldMk cId="2094996096" sldId="258"/>
            <ac:inkMk id="117" creationId="{6D9540BD-9ABC-48E5-40B2-874415833405}"/>
          </ac:inkMkLst>
        </pc:inkChg>
        <pc:inkChg chg="add del">
          <ac:chgData name="Luke Richardson" userId="a78666de-887e-4b6f-8187-5796b3720707" providerId="ADAL" clId="{2BD23FAD-FE98-834B-824A-22C299D61F78}" dt="2025-01-31T11:58:45.696" v="124"/>
          <ac:inkMkLst>
            <pc:docMk/>
            <pc:sldMk cId="2094996096" sldId="258"/>
            <ac:inkMk id="118" creationId="{03B4CB10-8D63-6ADB-9C5B-10F65E2DD905}"/>
          </ac:inkMkLst>
        </pc:inkChg>
        <pc:inkChg chg="add del">
          <ac:chgData name="Luke Richardson" userId="a78666de-887e-4b6f-8187-5796b3720707" providerId="ADAL" clId="{2BD23FAD-FE98-834B-824A-22C299D61F78}" dt="2025-01-31T11:58:45.696" v="124"/>
          <ac:inkMkLst>
            <pc:docMk/>
            <pc:sldMk cId="2094996096" sldId="258"/>
            <ac:inkMk id="119" creationId="{F68DD808-A2E2-E3D1-A422-F05C3E377F96}"/>
          </ac:inkMkLst>
        </pc:inkChg>
        <pc:inkChg chg="add del">
          <ac:chgData name="Luke Richardson" userId="a78666de-887e-4b6f-8187-5796b3720707" providerId="ADAL" clId="{2BD23FAD-FE98-834B-824A-22C299D61F78}" dt="2025-01-31T11:58:45.696" v="124"/>
          <ac:inkMkLst>
            <pc:docMk/>
            <pc:sldMk cId="2094996096" sldId="258"/>
            <ac:inkMk id="120" creationId="{ECB7B5A8-1E3A-8FB8-68AD-A17DAC1FBC11}"/>
          </ac:inkMkLst>
        </pc:inkChg>
        <pc:inkChg chg="add del">
          <ac:chgData name="Luke Richardson" userId="a78666de-887e-4b6f-8187-5796b3720707" providerId="ADAL" clId="{2BD23FAD-FE98-834B-824A-22C299D61F78}" dt="2025-01-31T11:58:45.696" v="124"/>
          <ac:inkMkLst>
            <pc:docMk/>
            <pc:sldMk cId="2094996096" sldId="258"/>
            <ac:inkMk id="121" creationId="{F0A9DCE5-8855-FF54-46CF-6550EE1FA3DE}"/>
          </ac:inkMkLst>
        </pc:inkChg>
        <pc:inkChg chg="add del">
          <ac:chgData name="Luke Richardson" userId="a78666de-887e-4b6f-8187-5796b3720707" providerId="ADAL" clId="{2BD23FAD-FE98-834B-824A-22C299D61F78}" dt="2025-01-31T11:58:45.696" v="124"/>
          <ac:inkMkLst>
            <pc:docMk/>
            <pc:sldMk cId="2094996096" sldId="258"/>
            <ac:inkMk id="122" creationId="{EE990F5D-0E11-3526-A28C-CFA18AB5F51B}"/>
          </ac:inkMkLst>
        </pc:inkChg>
        <pc:inkChg chg="add del">
          <ac:chgData name="Luke Richardson" userId="a78666de-887e-4b6f-8187-5796b3720707" providerId="ADAL" clId="{2BD23FAD-FE98-834B-824A-22C299D61F78}" dt="2025-01-31T11:58:45.696" v="124"/>
          <ac:inkMkLst>
            <pc:docMk/>
            <pc:sldMk cId="2094996096" sldId="258"/>
            <ac:inkMk id="123" creationId="{D711F6F2-74C8-EC15-8173-03D8BE16A852}"/>
          </ac:inkMkLst>
        </pc:inkChg>
        <pc:inkChg chg="add reco">
          <ac:chgData name="Luke Richardson" userId="a78666de-887e-4b6f-8187-5796b3720707" providerId="ADAL" clId="{2BD23FAD-FE98-834B-824A-22C299D61F78}" dt="2025-01-31T11:58:45.696" v="124"/>
          <ac:inkMkLst>
            <pc:docMk/>
            <pc:sldMk cId="2094996096" sldId="258"/>
            <ac:inkMk id="124" creationId="{00CF8020-EF2A-0E3A-988B-C180BE3E6547}"/>
          </ac:inkMkLst>
        </pc:inkChg>
        <pc:inkChg chg="add reco">
          <ac:chgData name="Luke Richardson" userId="a78666de-887e-4b6f-8187-5796b3720707" providerId="ADAL" clId="{2BD23FAD-FE98-834B-824A-22C299D61F78}" dt="2025-01-31T11:58:45.696" v="124"/>
          <ac:inkMkLst>
            <pc:docMk/>
            <pc:sldMk cId="2094996096" sldId="258"/>
            <ac:inkMk id="125" creationId="{0985FE4D-754A-3EDD-7460-E29313B57BE3}"/>
          </ac:inkMkLst>
        </pc:inkChg>
        <pc:inkChg chg="add del">
          <ac:chgData name="Luke Richardson" userId="a78666de-887e-4b6f-8187-5796b3720707" providerId="ADAL" clId="{2BD23FAD-FE98-834B-824A-22C299D61F78}" dt="2025-01-31T11:59:04.722" v="127"/>
          <ac:inkMkLst>
            <pc:docMk/>
            <pc:sldMk cId="2094996096" sldId="258"/>
            <ac:inkMk id="126" creationId="{B02C6AC7-5EEA-3177-C7DC-A2F98F360B53}"/>
          </ac:inkMkLst>
        </pc:inkChg>
        <pc:inkChg chg="add del">
          <ac:chgData name="Luke Richardson" userId="a78666de-887e-4b6f-8187-5796b3720707" providerId="ADAL" clId="{2BD23FAD-FE98-834B-824A-22C299D61F78}" dt="2025-01-31T11:59:04.722" v="127"/>
          <ac:inkMkLst>
            <pc:docMk/>
            <pc:sldMk cId="2094996096" sldId="258"/>
            <ac:inkMk id="127" creationId="{099797FC-90B1-A894-AE52-07DD10D57539}"/>
          </ac:inkMkLst>
        </pc:inkChg>
        <pc:inkChg chg="add del reco">
          <ac:chgData name="Luke Richardson" userId="a78666de-887e-4b6f-8187-5796b3720707" providerId="ADAL" clId="{2BD23FAD-FE98-834B-824A-22C299D61F78}" dt="2025-01-31T11:59:51.227" v="172"/>
          <ac:inkMkLst>
            <pc:docMk/>
            <pc:sldMk cId="2094996096" sldId="258"/>
            <ac:inkMk id="128" creationId="{10C22DAB-0127-EB28-3590-73AF1560DB6F}"/>
          </ac:inkMkLst>
        </pc:inkChg>
        <pc:inkChg chg="add">
          <ac:chgData name="Luke Richardson" userId="a78666de-887e-4b6f-8187-5796b3720707" providerId="ADAL" clId="{2BD23FAD-FE98-834B-824A-22C299D61F78}" dt="2025-01-31T11:59:05.154" v="128"/>
          <ac:inkMkLst>
            <pc:docMk/>
            <pc:sldMk cId="2094996096" sldId="258"/>
            <ac:inkMk id="129" creationId="{5359C066-108B-F8EB-0957-651C853B062D}"/>
          </ac:inkMkLst>
        </pc:inkChg>
        <pc:inkChg chg="add del">
          <ac:chgData name="Luke Richardson" userId="a78666de-887e-4b6f-8187-5796b3720707" providerId="ADAL" clId="{2BD23FAD-FE98-834B-824A-22C299D61F78}" dt="2025-01-31T11:59:09.425" v="143"/>
          <ac:inkMkLst>
            <pc:docMk/>
            <pc:sldMk cId="2094996096" sldId="258"/>
            <ac:inkMk id="130" creationId="{20BF5A65-877E-8C06-470F-4799FAA7083C}"/>
          </ac:inkMkLst>
        </pc:inkChg>
        <pc:inkChg chg="add del">
          <ac:chgData name="Luke Richardson" userId="a78666de-887e-4b6f-8187-5796b3720707" providerId="ADAL" clId="{2BD23FAD-FE98-834B-824A-22C299D61F78}" dt="2025-01-31T11:59:09.425" v="143"/>
          <ac:inkMkLst>
            <pc:docMk/>
            <pc:sldMk cId="2094996096" sldId="258"/>
            <ac:inkMk id="131" creationId="{063E186D-4203-46E7-BEA2-A699FDB0D38A}"/>
          </ac:inkMkLst>
        </pc:inkChg>
        <pc:inkChg chg="add del">
          <ac:chgData name="Luke Richardson" userId="a78666de-887e-4b6f-8187-5796b3720707" providerId="ADAL" clId="{2BD23FAD-FE98-834B-824A-22C299D61F78}" dt="2025-01-31T11:59:09.425" v="143"/>
          <ac:inkMkLst>
            <pc:docMk/>
            <pc:sldMk cId="2094996096" sldId="258"/>
            <ac:inkMk id="132" creationId="{3FEA4392-8EA6-D9DF-735F-075E9FCECB7F}"/>
          </ac:inkMkLst>
        </pc:inkChg>
        <pc:inkChg chg="add del">
          <ac:chgData name="Luke Richardson" userId="a78666de-887e-4b6f-8187-5796b3720707" providerId="ADAL" clId="{2BD23FAD-FE98-834B-824A-22C299D61F78}" dt="2025-01-31T11:59:09.425" v="143"/>
          <ac:inkMkLst>
            <pc:docMk/>
            <pc:sldMk cId="2094996096" sldId="258"/>
            <ac:inkMk id="133" creationId="{3EBCBE6A-945C-896F-F022-9D4796D461C7}"/>
          </ac:inkMkLst>
        </pc:inkChg>
        <pc:inkChg chg="add del">
          <ac:chgData name="Luke Richardson" userId="a78666de-887e-4b6f-8187-5796b3720707" providerId="ADAL" clId="{2BD23FAD-FE98-834B-824A-22C299D61F78}" dt="2025-01-31T11:59:09.425" v="143"/>
          <ac:inkMkLst>
            <pc:docMk/>
            <pc:sldMk cId="2094996096" sldId="258"/>
            <ac:inkMk id="134" creationId="{55D726F1-A51F-11EC-06D6-BF1967AE661A}"/>
          </ac:inkMkLst>
        </pc:inkChg>
        <pc:inkChg chg="add del">
          <ac:chgData name="Luke Richardson" userId="a78666de-887e-4b6f-8187-5796b3720707" providerId="ADAL" clId="{2BD23FAD-FE98-834B-824A-22C299D61F78}" dt="2025-01-31T11:59:09.425" v="143"/>
          <ac:inkMkLst>
            <pc:docMk/>
            <pc:sldMk cId="2094996096" sldId="258"/>
            <ac:inkMk id="135" creationId="{EA0D6341-E487-7865-FF80-80539EC0A664}"/>
          </ac:inkMkLst>
        </pc:inkChg>
        <pc:inkChg chg="add">
          <ac:chgData name="Luke Richardson" userId="a78666de-887e-4b6f-8187-5796b3720707" providerId="ADAL" clId="{2BD23FAD-FE98-834B-824A-22C299D61F78}" dt="2025-01-31T11:59:07.137" v="135"/>
          <ac:inkMkLst>
            <pc:docMk/>
            <pc:sldMk cId="2094996096" sldId="258"/>
            <ac:inkMk id="136" creationId="{AE0F1802-CE3D-878F-E5FF-79C9850DA9A4}"/>
          </ac:inkMkLst>
        </pc:inkChg>
        <pc:inkChg chg="add del">
          <ac:chgData name="Luke Richardson" userId="a78666de-887e-4b6f-8187-5796b3720707" providerId="ADAL" clId="{2BD23FAD-FE98-834B-824A-22C299D61F78}" dt="2025-01-31T11:59:09.425" v="143"/>
          <ac:inkMkLst>
            <pc:docMk/>
            <pc:sldMk cId="2094996096" sldId="258"/>
            <ac:inkMk id="137" creationId="{51A1B5CF-3F29-522B-1068-759D96936C15}"/>
          </ac:inkMkLst>
        </pc:inkChg>
        <pc:inkChg chg="add">
          <ac:chgData name="Luke Richardson" userId="a78666de-887e-4b6f-8187-5796b3720707" providerId="ADAL" clId="{2BD23FAD-FE98-834B-824A-22C299D61F78}" dt="2025-01-31T11:59:07.773" v="137"/>
          <ac:inkMkLst>
            <pc:docMk/>
            <pc:sldMk cId="2094996096" sldId="258"/>
            <ac:inkMk id="138" creationId="{680D2F42-264C-4EEB-6412-1DCF502E01AE}"/>
          </ac:inkMkLst>
        </pc:inkChg>
        <pc:inkChg chg="add del">
          <ac:chgData name="Luke Richardson" userId="a78666de-887e-4b6f-8187-5796b3720707" providerId="ADAL" clId="{2BD23FAD-FE98-834B-824A-22C299D61F78}" dt="2025-01-31T11:59:09.425" v="143"/>
          <ac:inkMkLst>
            <pc:docMk/>
            <pc:sldMk cId="2094996096" sldId="258"/>
            <ac:inkMk id="139" creationId="{2BF9E645-F289-4FF3-227B-06E2D87FBF27}"/>
          </ac:inkMkLst>
        </pc:inkChg>
        <pc:inkChg chg="add del">
          <ac:chgData name="Luke Richardson" userId="a78666de-887e-4b6f-8187-5796b3720707" providerId="ADAL" clId="{2BD23FAD-FE98-834B-824A-22C299D61F78}" dt="2025-01-31T11:59:09.425" v="143"/>
          <ac:inkMkLst>
            <pc:docMk/>
            <pc:sldMk cId="2094996096" sldId="258"/>
            <ac:inkMk id="140" creationId="{F31929C1-7B2F-A6B5-606F-E7BFA663F821}"/>
          </ac:inkMkLst>
        </pc:inkChg>
        <pc:inkChg chg="add">
          <ac:chgData name="Luke Richardson" userId="a78666de-887e-4b6f-8187-5796b3720707" providerId="ADAL" clId="{2BD23FAD-FE98-834B-824A-22C299D61F78}" dt="2025-01-31T11:59:08.371" v="140"/>
          <ac:inkMkLst>
            <pc:docMk/>
            <pc:sldMk cId="2094996096" sldId="258"/>
            <ac:inkMk id="141" creationId="{E33DF43C-780C-90F6-EF5B-AD223AEDAE6C}"/>
          </ac:inkMkLst>
        </pc:inkChg>
        <pc:inkChg chg="add">
          <ac:chgData name="Luke Richardson" userId="a78666de-887e-4b6f-8187-5796b3720707" providerId="ADAL" clId="{2BD23FAD-FE98-834B-824A-22C299D61F78}" dt="2025-01-31T11:59:08.638" v="141"/>
          <ac:inkMkLst>
            <pc:docMk/>
            <pc:sldMk cId="2094996096" sldId="258"/>
            <ac:inkMk id="142" creationId="{D200928D-0F4F-E6DB-ADDE-5DC311FB8B2C}"/>
          </ac:inkMkLst>
        </pc:inkChg>
        <pc:inkChg chg="add del">
          <ac:chgData name="Luke Richardson" userId="a78666de-887e-4b6f-8187-5796b3720707" providerId="ADAL" clId="{2BD23FAD-FE98-834B-824A-22C299D61F78}" dt="2025-01-31T11:59:09.425" v="143"/>
          <ac:inkMkLst>
            <pc:docMk/>
            <pc:sldMk cId="2094996096" sldId="258"/>
            <ac:inkMk id="143" creationId="{99ACAE98-9528-9667-BBC5-55DE5BFE5514}"/>
          </ac:inkMkLst>
        </pc:inkChg>
        <pc:inkChg chg="del">
          <ac:chgData name="Luke Richardson" userId="a78666de-887e-4b6f-8187-5796b3720707" providerId="ADAL" clId="{2BD23FAD-FE98-834B-824A-22C299D61F78}" dt="2025-01-31T11:59:37.326" v="170"/>
          <ac:inkMkLst>
            <pc:docMk/>
            <pc:sldMk cId="2094996096" sldId="258"/>
            <ac:inkMk id="144" creationId="{A97E1199-C206-0FF3-EE6D-64F38780036A}"/>
          </ac:inkMkLst>
        </pc:inkChg>
        <pc:inkChg chg="add">
          <ac:chgData name="Luke Richardson" userId="a78666de-887e-4b6f-8187-5796b3720707" providerId="ADAL" clId="{2BD23FAD-FE98-834B-824A-22C299D61F78}" dt="2025-01-31T11:59:12.024" v="144"/>
          <ac:inkMkLst>
            <pc:docMk/>
            <pc:sldMk cId="2094996096" sldId="258"/>
            <ac:inkMk id="145" creationId="{18B7C685-8374-2CF9-F017-9E1447183C43}"/>
          </ac:inkMkLst>
        </pc:inkChg>
        <pc:inkChg chg="add del">
          <ac:chgData name="Luke Richardson" userId="a78666de-887e-4b6f-8187-5796b3720707" providerId="ADAL" clId="{2BD23FAD-FE98-834B-824A-22C299D61F78}" dt="2025-01-31T11:59:21.955" v="169"/>
          <ac:inkMkLst>
            <pc:docMk/>
            <pc:sldMk cId="2094996096" sldId="258"/>
            <ac:inkMk id="146" creationId="{01307AF3-D22E-5CA5-8BF1-EF45FD548194}"/>
          </ac:inkMkLst>
        </pc:inkChg>
        <pc:inkChg chg="add del">
          <ac:chgData name="Luke Richardson" userId="a78666de-887e-4b6f-8187-5796b3720707" providerId="ADAL" clId="{2BD23FAD-FE98-834B-824A-22C299D61F78}" dt="2025-01-31T11:59:21.955" v="169"/>
          <ac:inkMkLst>
            <pc:docMk/>
            <pc:sldMk cId="2094996096" sldId="258"/>
            <ac:inkMk id="147" creationId="{AFA93093-2A0B-0530-BB69-9C01DAA1115D}"/>
          </ac:inkMkLst>
        </pc:inkChg>
        <pc:inkChg chg="add">
          <ac:chgData name="Luke Richardson" userId="a78666de-887e-4b6f-8187-5796b3720707" providerId="ADAL" clId="{2BD23FAD-FE98-834B-824A-22C299D61F78}" dt="2025-01-31T11:59:12.563" v="147"/>
          <ac:inkMkLst>
            <pc:docMk/>
            <pc:sldMk cId="2094996096" sldId="258"/>
            <ac:inkMk id="148" creationId="{3A66D04C-FA67-5F3F-5393-445F5F291F7E}"/>
          </ac:inkMkLst>
        </pc:inkChg>
        <pc:inkChg chg="add">
          <ac:chgData name="Luke Richardson" userId="a78666de-887e-4b6f-8187-5796b3720707" providerId="ADAL" clId="{2BD23FAD-FE98-834B-824A-22C299D61F78}" dt="2025-01-31T11:59:13.105" v="148"/>
          <ac:inkMkLst>
            <pc:docMk/>
            <pc:sldMk cId="2094996096" sldId="258"/>
            <ac:inkMk id="149" creationId="{829BD1F6-A2CF-3F2E-E64B-F0BF8A0182B4}"/>
          </ac:inkMkLst>
        </pc:inkChg>
        <pc:inkChg chg="add del">
          <ac:chgData name="Luke Richardson" userId="a78666de-887e-4b6f-8187-5796b3720707" providerId="ADAL" clId="{2BD23FAD-FE98-834B-824A-22C299D61F78}" dt="2025-01-31T11:59:21.955" v="169"/>
          <ac:inkMkLst>
            <pc:docMk/>
            <pc:sldMk cId="2094996096" sldId="258"/>
            <ac:inkMk id="150" creationId="{F346B8B7-0998-1FF8-6C7D-B95BB9A0FD14}"/>
          </ac:inkMkLst>
        </pc:inkChg>
        <pc:inkChg chg="add">
          <ac:chgData name="Luke Richardson" userId="a78666de-887e-4b6f-8187-5796b3720707" providerId="ADAL" clId="{2BD23FAD-FE98-834B-824A-22C299D61F78}" dt="2025-01-31T11:59:13.706" v="150"/>
          <ac:inkMkLst>
            <pc:docMk/>
            <pc:sldMk cId="2094996096" sldId="258"/>
            <ac:inkMk id="151" creationId="{00104B4B-E4C8-9D48-7941-0B6F0688ED65}"/>
          </ac:inkMkLst>
        </pc:inkChg>
        <pc:inkChg chg="add">
          <ac:chgData name="Luke Richardson" userId="a78666de-887e-4b6f-8187-5796b3720707" providerId="ADAL" clId="{2BD23FAD-FE98-834B-824A-22C299D61F78}" dt="2025-01-31T11:59:13.889" v="151"/>
          <ac:inkMkLst>
            <pc:docMk/>
            <pc:sldMk cId="2094996096" sldId="258"/>
            <ac:inkMk id="152" creationId="{DD7B8A03-6DD7-E226-DFC1-BE172E8D2961}"/>
          </ac:inkMkLst>
        </pc:inkChg>
        <pc:inkChg chg="add">
          <ac:chgData name="Luke Richardson" userId="a78666de-887e-4b6f-8187-5796b3720707" providerId="ADAL" clId="{2BD23FAD-FE98-834B-824A-22C299D61F78}" dt="2025-01-31T11:59:14.121" v="152"/>
          <ac:inkMkLst>
            <pc:docMk/>
            <pc:sldMk cId="2094996096" sldId="258"/>
            <ac:inkMk id="153" creationId="{06C7DA8D-2476-C3A2-5DA2-6CCA4320B0CD}"/>
          </ac:inkMkLst>
        </pc:inkChg>
        <pc:inkChg chg="add del">
          <ac:chgData name="Luke Richardson" userId="a78666de-887e-4b6f-8187-5796b3720707" providerId="ADAL" clId="{2BD23FAD-FE98-834B-824A-22C299D61F78}" dt="2025-01-31T11:59:21.955" v="169"/>
          <ac:inkMkLst>
            <pc:docMk/>
            <pc:sldMk cId="2094996096" sldId="258"/>
            <ac:inkMk id="154" creationId="{5388E3B3-F59E-031F-B7DA-FBAA8CA4C388}"/>
          </ac:inkMkLst>
        </pc:inkChg>
        <pc:inkChg chg="add del">
          <ac:chgData name="Luke Richardson" userId="a78666de-887e-4b6f-8187-5796b3720707" providerId="ADAL" clId="{2BD23FAD-FE98-834B-824A-22C299D61F78}" dt="2025-01-31T11:59:21.955" v="169"/>
          <ac:inkMkLst>
            <pc:docMk/>
            <pc:sldMk cId="2094996096" sldId="258"/>
            <ac:inkMk id="155" creationId="{16B8F5FC-CEEF-2FCB-0DE3-A13FB1AE26D6}"/>
          </ac:inkMkLst>
        </pc:inkChg>
        <pc:inkChg chg="add del">
          <ac:chgData name="Luke Richardson" userId="a78666de-887e-4b6f-8187-5796b3720707" providerId="ADAL" clId="{2BD23FAD-FE98-834B-824A-22C299D61F78}" dt="2025-01-31T11:59:21.955" v="169"/>
          <ac:inkMkLst>
            <pc:docMk/>
            <pc:sldMk cId="2094996096" sldId="258"/>
            <ac:inkMk id="156" creationId="{8BDCF678-8D9A-B4D1-7EAD-7A17399B8B84}"/>
          </ac:inkMkLst>
        </pc:inkChg>
        <pc:inkChg chg="add">
          <ac:chgData name="Luke Richardson" userId="a78666de-887e-4b6f-8187-5796b3720707" providerId="ADAL" clId="{2BD23FAD-FE98-834B-824A-22C299D61F78}" dt="2025-01-31T11:59:16.601" v="156"/>
          <ac:inkMkLst>
            <pc:docMk/>
            <pc:sldMk cId="2094996096" sldId="258"/>
            <ac:inkMk id="157" creationId="{F8417A17-BAEF-496E-9C62-E7B5D29978DA}"/>
          </ac:inkMkLst>
        </pc:inkChg>
        <pc:inkChg chg="add">
          <ac:chgData name="Luke Richardson" userId="a78666de-887e-4b6f-8187-5796b3720707" providerId="ADAL" clId="{2BD23FAD-FE98-834B-824A-22C299D61F78}" dt="2025-01-31T11:59:16.814" v="157"/>
          <ac:inkMkLst>
            <pc:docMk/>
            <pc:sldMk cId="2094996096" sldId="258"/>
            <ac:inkMk id="158" creationId="{0D0AB493-BFE8-067D-1B88-B25B0C670CE8}"/>
          </ac:inkMkLst>
        </pc:inkChg>
        <pc:inkChg chg="add del">
          <ac:chgData name="Luke Richardson" userId="a78666de-887e-4b6f-8187-5796b3720707" providerId="ADAL" clId="{2BD23FAD-FE98-834B-824A-22C299D61F78}" dt="2025-01-31T11:59:21.955" v="169"/>
          <ac:inkMkLst>
            <pc:docMk/>
            <pc:sldMk cId="2094996096" sldId="258"/>
            <ac:inkMk id="159" creationId="{596B702F-A7D8-6DEF-3B9D-B25BE8B603EB}"/>
          </ac:inkMkLst>
        </pc:inkChg>
        <pc:inkChg chg="add">
          <ac:chgData name="Luke Richardson" userId="a78666de-887e-4b6f-8187-5796b3720707" providerId="ADAL" clId="{2BD23FAD-FE98-834B-824A-22C299D61F78}" dt="2025-01-31T11:59:18.202" v="159"/>
          <ac:inkMkLst>
            <pc:docMk/>
            <pc:sldMk cId="2094996096" sldId="258"/>
            <ac:inkMk id="160" creationId="{D0CA7B78-64BF-05FC-1E9C-6A010217A354}"/>
          </ac:inkMkLst>
        </pc:inkChg>
        <pc:inkChg chg="add">
          <ac:chgData name="Luke Richardson" userId="a78666de-887e-4b6f-8187-5796b3720707" providerId="ADAL" clId="{2BD23FAD-FE98-834B-824A-22C299D61F78}" dt="2025-01-31T11:59:18.391" v="160"/>
          <ac:inkMkLst>
            <pc:docMk/>
            <pc:sldMk cId="2094996096" sldId="258"/>
            <ac:inkMk id="161" creationId="{1C737A91-B291-7D28-6A01-E945EBF579B7}"/>
          </ac:inkMkLst>
        </pc:inkChg>
        <pc:inkChg chg="add">
          <ac:chgData name="Luke Richardson" userId="a78666de-887e-4b6f-8187-5796b3720707" providerId="ADAL" clId="{2BD23FAD-FE98-834B-824A-22C299D61F78}" dt="2025-01-31T11:59:18.668" v="161"/>
          <ac:inkMkLst>
            <pc:docMk/>
            <pc:sldMk cId="2094996096" sldId="258"/>
            <ac:inkMk id="162" creationId="{BA839016-7C37-C829-178B-9BF592ED9AA2}"/>
          </ac:inkMkLst>
        </pc:inkChg>
        <pc:inkChg chg="add">
          <ac:chgData name="Luke Richardson" userId="a78666de-887e-4b6f-8187-5796b3720707" providerId="ADAL" clId="{2BD23FAD-FE98-834B-824A-22C299D61F78}" dt="2025-01-31T11:59:18.823" v="162"/>
          <ac:inkMkLst>
            <pc:docMk/>
            <pc:sldMk cId="2094996096" sldId="258"/>
            <ac:inkMk id="163" creationId="{C21F0B75-5EB4-F2DE-0331-03756AB07586}"/>
          </ac:inkMkLst>
        </pc:inkChg>
        <pc:inkChg chg="add">
          <ac:chgData name="Luke Richardson" userId="a78666de-887e-4b6f-8187-5796b3720707" providerId="ADAL" clId="{2BD23FAD-FE98-834B-824A-22C299D61F78}" dt="2025-01-31T11:59:19.237" v="163"/>
          <ac:inkMkLst>
            <pc:docMk/>
            <pc:sldMk cId="2094996096" sldId="258"/>
            <ac:inkMk id="164" creationId="{073FD5B5-D28A-F783-B8F4-EF07A695D178}"/>
          </ac:inkMkLst>
        </pc:inkChg>
        <pc:inkChg chg="add">
          <ac:chgData name="Luke Richardson" userId="a78666de-887e-4b6f-8187-5796b3720707" providerId="ADAL" clId="{2BD23FAD-FE98-834B-824A-22C299D61F78}" dt="2025-01-31T11:59:19.651" v="164"/>
          <ac:inkMkLst>
            <pc:docMk/>
            <pc:sldMk cId="2094996096" sldId="258"/>
            <ac:inkMk id="165" creationId="{F5F06A21-7E02-3107-3BF6-39B8050B8A07}"/>
          </ac:inkMkLst>
        </pc:inkChg>
        <pc:inkChg chg="add del">
          <ac:chgData name="Luke Richardson" userId="a78666de-887e-4b6f-8187-5796b3720707" providerId="ADAL" clId="{2BD23FAD-FE98-834B-824A-22C299D61F78}" dt="2025-01-31T11:59:21.955" v="169"/>
          <ac:inkMkLst>
            <pc:docMk/>
            <pc:sldMk cId="2094996096" sldId="258"/>
            <ac:inkMk id="166" creationId="{6C6CADAC-DD21-C95D-58F9-E0925F0B4E8F}"/>
          </ac:inkMkLst>
        </pc:inkChg>
        <pc:inkChg chg="add">
          <ac:chgData name="Luke Richardson" userId="a78666de-887e-4b6f-8187-5796b3720707" providerId="ADAL" clId="{2BD23FAD-FE98-834B-824A-22C299D61F78}" dt="2025-01-31T11:59:20.083" v="166"/>
          <ac:inkMkLst>
            <pc:docMk/>
            <pc:sldMk cId="2094996096" sldId="258"/>
            <ac:inkMk id="167" creationId="{E5849D83-8665-550D-F08E-A251D642D064}"/>
          </ac:inkMkLst>
        </pc:inkChg>
        <pc:inkChg chg="add del">
          <ac:chgData name="Luke Richardson" userId="a78666de-887e-4b6f-8187-5796b3720707" providerId="ADAL" clId="{2BD23FAD-FE98-834B-824A-22C299D61F78}" dt="2025-01-31T11:59:21.955" v="169"/>
          <ac:inkMkLst>
            <pc:docMk/>
            <pc:sldMk cId="2094996096" sldId="258"/>
            <ac:inkMk id="168" creationId="{A7ED0F07-AD39-584E-B565-C092DF2014FB}"/>
          </ac:inkMkLst>
        </pc:inkChg>
        <pc:inkChg chg="add">
          <ac:chgData name="Luke Richardson" userId="a78666de-887e-4b6f-8187-5796b3720707" providerId="ADAL" clId="{2BD23FAD-FE98-834B-824A-22C299D61F78}" dt="2025-01-31T11:59:20.954" v="168"/>
          <ac:inkMkLst>
            <pc:docMk/>
            <pc:sldMk cId="2094996096" sldId="258"/>
            <ac:inkMk id="169" creationId="{6ECE58B9-7330-F920-718D-6580DA9FA738}"/>
          </ac:inkMkLst>
        </pc:inkChg>
        <pc:inkChg chg="add del reco">
          <ac:chgData name="Luke Richardson" userId="a78666de-887e-4b6f-8187-5796b3720707" providerId="ADAL" clId="{2BD23FAD-FE98-834B-824A-22C299D61F78}" dt="2025-01-31T11:59:37.330" v="171"/>
          <ac:inkMkLst>
            <pc:docMk/>
            <pc:sldMk cId="2094996096" sldId="258"/>
            <ac:inkMk id="170" creationId="{16D908BA-17A2-AF80-05ED-B1C66F3D0F94}"/>
          </ac:inkMkLst>
        </pc:inkChg>
        <pc:inkChg chg="add del">
          <ac:chgData name="Luke Richardson" userId="a78666de-887e-4b6f-8187-5796b3720707" providerId="ADAL" clId="{2BD23FAD-FE98-834B-824A-22C299D61F78}" dt="2025-01-31T11:59:53.932" v="175"/>
          <ac:inkMkLst>
            <pc:docMk/>
            <pc:sldMk cId="2094996096" sldId="258"/>
            <ac:inkMk id="171" creationId="{A5049B88-A970-0A52-5379-F0D4ADF7910B}"/>
          </ac:inkMkLst>
        </pc:inkChg>
        <pc:inkChg chg="add del">
          <ac:chgData name="Luke Richardson" userId="a78666de-887e-4b6f-8187-5796b3720707" providerId="ADAL" clId="{2BD23FAD-FE98-834B-824A-22C299D61F78}" dt="2025-01-31T11:59:53.932" v="175"/>
          <ac:inkMkLst>
            <pc:docMk/>
            <pc:sldMk cId="2094996096" sldId="258"/>
            <ac:inkMk id="172" creationId="{934EE230-1F0E-42AE-CDAB-713267C7DA5B}"/>
          </ac:inkMkLst>
        </pc:inkChg>
        <pc:inkChg chg="add reco">
          <ac:chgData name="Luke Richardson" userId="a78666de-887e-4b6f-8187-5796b3720707" providerId="ADAL" clId="{2BD23FAD-FE98-834B-824A-22C299D61F78}" dt="2025-01-31T11:59:53.932" v="175"/>
          <ac:inkMkLst>
            <pc:docMk/>
            <pc:sldMk cId="2094996096" sldId="258"/>
            <ac:inkMk id="173" creationId="{6FB06E73-61A3-6F6D-8550-368A8A6A395F}"/>
          </ac:inkMkLst>
        </pc:inkChg>
        <pc:inkChg chg="add">
          <ac:chgData name="Luke Richardson" userId="a78666de-887e-4b6f-8187-5796b3720707" providerId="ADAL" clId="{2BD23FAD-FE98-834B-824A-22C299D61F78}" dt="2025-01-31T11:59:56.192" v="176"/>
          <ac:inkMkLst>
            <pc:docMk/>
            <pc:sldMk cId="2094996096" sldId="258"/>
            <ac:inkMk id="174" creationId="{285E161F-5FD0-D507-10C9-C57E062CAEEE}"/>
          </ac:inkMkLst>
        </pc:inkChg>
        <pc:inkChg chg="add del">
          <ac:chgData name="Luke Richardson" userId="a78666de-887e-4b6f-8187-5796b3720707" providerId="ADAL" clId="{2BD23FAD-FE98-834B-824A-22C299D61F78}" dt="2025-01-31T12:00:01.008" v="189"/>
          <ac:inkMkLst>
            <pc:docMk/>
            <pc:sldMk cId="2094996096" sldId="258"/>
            <ac:inkMk id="175" creationId="{F5D02F48-560D-0F92-E1AE-1B2AD49D03EF}"/>
          </ac:inkMkLst>
        </pc:inkChg>
        <pc:inkChg chg="add">
          <ac:chgData name="Luke Richardson" userId="a78666de-887e-4b6f-8187-5796b3720707" providerId="ADAL" clId="{2BD23FAD-FE98-834B-824A-22C299D61F78}" dt="2025-01-31T11:59:56.889" v="178"/>
          <ac:inkMkLst>
            <pc:docMk/>
            <pc:sldMk cId="2094996096" sldId="258"/>
            <ac:inkMk id="176" creationId="{EAB16494-084A-3F9F-0F16-4E8F2AC2DCD9}"/>
          </ac:inkMkLst>
        </pc:inkChg>
        <pc:inkChg chg="add">
          <ac:chgData name="Luke Richardson" userId="a78666de-887e-4b6f-8187-5796b3720707" providerId="ADAL" clId="{2BD23FAD-FE98-834B-824A-22C299D61F78}" dt="2025-01-31T11:59:57.039" v="179"/>
          <ac:inkMkLst>
            <pc:docMk/>
            <pc:sldMk cId="2094996096" sldId="258"/>
            <ac:inkMk id="177" creationId="{30412F49-FEB2-A8AF-DE51-68DD7E37A627}"/>
          </ac:inkMkLst>
        </pc:inkChg>
        <pc:inkChg chg="add">
          <ac:chgData name="Luke Richardson" userId="a78666de-887e-4b6f-8187-5796b3720707" providerId="ADAL" clId="{2BD23FAD-FE98-834B-824A-22C299D61F78}" dt="2025-01-31T11:59:57.266" v="180"/>
          <ac:inkMkLst>
            <pc:docMk/>
            <pc:sldMk cId="2094996096" sldId="258"/>
            <ac:inkMk id="178" creationId="{99B3D37E-C6D6-BC33-22E6-9D5F5280C858}"/>
          </ac:inkMkLst>
        </pc:inkChg>
        <pc:inkChg chg="add del">
          <ac:chgData name="Luke Richardson" userId="a78666de-887e-4b6f-8187-5796b3720707" providerId="ADAL" clId="{2BD23FAD-FE98-834B-824A-22C299D61F78}" dt="2025-01-31T12:00:01.008" v="189"/>
          <ac:inkMkLst>
            <pc:docMk/>
            <pc:sldMk cId="2094996096" sldId="258"/>
            <ac:inkMk id="179" creationId="{B5CA3F89-FD6D-21CB-E6EC-34A01476BC3C}"/>
          </ac:inkMkLst>
        </pc:inkChg>
        <pc:inkChg chg="add del">
          <ac:chgData name="Luke Richardson" userId="a78666de-887e-4b6f-8187-5796b3720707" providerId="ADAL" clId="{2BD23FAD-FE98-834B-824A-22C299D61F78}" dt="2025-01-31T12:00:01.008" v="189"/>
          <ac:inkMkLst>
            <pc:docMk/>
            <pc:sldMk cId="2094996096" sldId="258"/>
            <ac:inkMk id="180" creationId="{19323250-6E59-585B-9B30-8CB5705A79F9}"/>
          </ac:inkMkLst>
        </pc:inkChg>
        <pc:inkChg chg="add del">
          <ac:chgData name="Luke Richardson" userId="a78666de-887e-4b6f-8187-5796b3720707" providerId="ADAL" clId="{2BD23FAD-FE98-834B-824A-22C299D61F78}" dt="2025-01-31T12:00:01.008" v="189"/>
          <ac:inkMkLst>
            <pc:docMk/>
            <pc:sldMk cId="2094996096" sldId="258"/>
            <ac:inkMk id="181" creationId="{291E4BFC-B642-B9C0-28C4-D47F3E298A50}"/>
          </ac:inkMkLst>
        </pc:inkChg>
        <pc:inkChg chg="add del">
          <ac:chgData name="Luke Richardson" userId="a78666de-887e-4b6f-8187-5796b3720707" providerId="ADAL" clId="{2BD23FAD-FE98-834B-824A-22C299D61F78}" dt="2025-01-31T12:00:01.008" v="189"/>
          <ac:inkMkLst>
            <pc:docMk/>
            <pc:sldMk cId="2094996096" sldId="258"/>
            <ac:inkMk id="182" creationId="{F17390C2-1C86-6BC3-C27E-91D584FB3BB4}"/>
          </ac:inkMkLst>
        </pc:inkChg>
        <pc:inkChg chg="add del">
          <ac:chgData name="Luke Richardson" userId="a78666de-887e-4b6f-8187-5796b3720707" providerId="ADAL" clId="{2BD23FAD-FE98-834B-824A-22C299D61F78}" dt="2025-01-31T12:00:01.008" v="189"/>
          <ac:inkMkLst>
            <pc:docMk/>
            <pc:sldMk cId="2094996096" sldId="258"/>
            <ac:inkMk id="183" creationId="{88A8132D-5BBB-CD51-3283-290C9C3CCE88}"/>
          </ac:inkMkLst>
        </pc:inkChg>
        <pc:inkChg chg="add del">
          <ac:chgData name="Luke Richardson" userId="a78666de-887e-4b6f-8187-5796b3720707" providerId="ADAL" clId="{2BD23FAD-FE98-834B-824A-22C299D61F78}" dt="2025-01-31T12:00:01.008" v="189"/>
          <ac:inkMkLst>
            <pc:docMk/>
            <pc:sldMk cId="2094996096" sldId="258"/>
            <ac:inkMk id="184" creationId="{6E7AF854-1FDF-5733-7BAD-C02CD843DAED}"/>
          </ac:inkMkLst>
        </pc:inkChg>
        <pc:inkChg chg="add del">
          <ac:chgData name="Luke Richardson" userId="a78666de-887e-4b6f-8187-5796b3720707" providerId="ADAL" clId="{2BD23FAD-FE98-834B-824A-22C299D61F78}" dt="2025-01-31T12:00:01.008" v="189"/>
          <ac:inkMkLst>
            <pc:docMk/>
            <pc:sldMk cId="2094996096" sldId="258"/>
            <ac:inkMk id="185" creationId="{B845B6E4-85CB-4E45-7FCE-33F0893805FF}"/>
          </ac:inkMkLst>
        </pc:inkChg>
        <pc:inkChg chg="add del">
          <ac:chgData name="Luke Richardson" userId="a78666de-887e-4b6f-8187-5796b3720707" providerId="ADAL" clId="{2BD23FAD-FE98-834B-824A-22C299D61F78}" dt="2025-01-31T12:00:01.008" v="189"/>
          <ac:inkMkLst>
            <pc:docMk/>
            <pc:sldMk cId="2094996096" sldId="258"/>
            <ac:inkMk id="186" creationId="{232149FE-93F3-AFA7-7EEB-42C26A8664CC}"/>
          </ac:inkMkLst>
        </pc:inkChg>
        <pc:inkChg chg="add reco">
          <ac:chgData name="Luke Richardson" userId="a78666de-887e-4b6f-8187-5796b3720707" providerId="ADAL" clId="{2BD23FAD-FE98-834B-824A-22C299D61F78}" dt="2025-01-31T12:00:01.008" v="189"/>
          <ac:inkMkLst>
            <pc:docMk/>
            <pc:sldMk cId="2094996096" sldId="258"/>
            <ac:inkMk id="187" creationId="{6F81935D-DA70-6856-D5DD-2255DBD6CB81}"/>
          </ac:inkMkLst>
        </pc:inkChg>
        <pc:inkChg chg="add">
          <ac:chgData name="Luke Richardson" userId="a78666de-887e-4b6f-8187-5796b3720707" providerId="ADAL" clId="{2BD23FAD-FE98-834B-824A-22C299D61F78}" dt="2025-01-31T12:00:09.782" v="190"/>
          <ac:inkMkLst>
            <pc:docMk/>
            <pc:sldMk cId="2094996096" sldId="258"/>
            <ac:inkMk id="189" creationId="{77F98EDB-A17A-F502-3A46-788D54E71852}"/>
          </ac:inkMkLst>
        </pc:inkChg>
        <pc:inkChg chg="add">
          <ac:chgData name="Luke Richardson" userId="a78666de-887e-4b6f-8187-5796b3720707" providerId="ADAL" clId="{2BD23FAD-FE98-834B-824A-22C299D61F78}" dt="2025-01-31T12:00:10.074" v="191"/>
          <ac:inkMkLst>
            <pc:docMk/>
            <pc:sldMk cId="2094996096" sldId="258"/>
            <ac:inkMk id="190" creationId="{36FA50C6-0C73-5946-0AAF-C5591D472253}"/>
          </ac:inkMkLst>
        </pc:inkChg>
        <pc:inkChg chg="add del">
          <ac:chgData name="Luke Richardson" userId="a78666de-887e-4b6f-8187-5796b3720707" providerId="ADAL" clId="{2BD23FAD-FE98-834B-824A-22C299D61F78}" dt="2025-01-31T12:00:18.721" v="213"/>
          <ac:inkMkLst>
            <pc:docMk/>
            <pc:sldMk cId="2094996096" sldId="258"/>
            <ac:inkMk id="191" creationId="{3218261F-E5D9-819C-33C7-7BD70D5292C8}"/>
          </ac:inkMkLst>
        </pc:inkChg>
        <pc:inkChg chg="add del">
          <ac:chgData name="Luke Richardson" userId="a78666de-887e-4b6f-8187-5796b3720707" providerId="ADAL" clId="{2BD23FAD-FE98-834B-824A-22C299D61F78}" dt="2025-01-31T12:00:18.721" v="213"/>
          <ac:inkMkLst>
            <pc:docMk/>
            <pc:sldMk cId="2094996096" sldId="258"/>
            <ac:inkMk id="192" creationId="{7B834980-ED0E-92AC-C4FA-005BDD0DEC40}"/>
          </ac:inkMkLst>
        </pc:inkChg>
        <pc:inkChg chg="add">
          <ac:chgData name="Luke Richardson" userId="a78666de-887e-4b6f-8187-5796b3720707" providerId="ADAL" clId="{2BD23FAD-FE98-834B-824A-22C299D61F78}" dt="2025-01-31T12:00:11.003" v="194"/>
          <ac:inkMkLst>
            <pc:docMk/>
            <pc:sldMk cId="2094996096" sldId="258"/>
            <ac:inkMk id="193" creationId="{04D1FBBE-D378-BDB7-3DA0-E011DDF9C70C}"/>
          </ac:inkMkLst>
        </pc:inkChg>
        <pc:inkChg chg="add">
          <ac:chgData name="Luke Richardson" userId="a78666de-887e-4b6f-8187-5796b3720707" providerId="ADAL" clId="{2BD23FAD-FE98-834B-824A-22C299D61F78}" dt="2025-01-31T12:00:11.153" v="195"/>
          <ac:inkMkLst>
            <pc:docMk/>
            <pc:sldMk cId="2094996096" sldId="258"/>
            <ac:inkMk id="194" creationId="{67CF2ECC-B030-6B34-0D99-C619D367FB7E}"/>
          </ac:inkMkLst>
        </pc:inkChg>
        <pc:inkChg chg="add">
          <ac:chgData name="Luke Richardson" userId="a78666de-887e-4b6f-8187-5796b3720707" providerId="ADAL" clId="{2BD23FAD-FE98-834B-824A-22C299D61F78}" dt="2025-01-31T12:00:11.639" v="196"/>
          <ac:inkMkLst>
            <pc:docMk/>
            <pc:sldMk cId="2094996096" sldId="258"/>
            <ac:inkMk id="195" creationId="{ED650134-338A-7425-E717-54E68BBD6581}"/>
          </ac:inkMkLst>
        </pc:inkChg>
        <pc:inkChg chg="add">
          <ac:chgData name="Luke Richardson" userId="a78666de-887e-4b6f-8187-5796b3720707" providerId="ADAL" clId="{2BD23FAD-FE98-834B-824A-22C299D61F78}" dt="2025-01-31T12:00:11.855" v="197"/>
          <ac:inkMkLst>
            <pc:docMk/>
            <pc:sldMk cId="2094996096" sldId="258"/>
            <ac:inkMk id="196" creationId="{4E7028FB-96A6-A966-48E8-33D5B66BD597}"/>
          </ac:inkMkLst>
        </pc:inkChg>
        <pc:inkChg chg="add del">
          <ac:chgData name="Luke Richardson" userId="a78666de-887e-4b6f-8187-5796b3720707" providerId="ADAL" clId="{2BD23FAD-FE98-834B-824A-22C299D61F78}" dt="2025-01-31T12:00:18.721" v="213"/>
          <ac:inkMkLst>
            <pc:docMk/>
            <pc:sldMk cId="2094996096" sldId="258"/>
            <ac:inkMk id="197" creationId="{90333D6F-3181-997D-F505-A5FA991B3DC1}"/>
          </ac:inkMkLst>
        </pc:inkChg>
        <pc:inkChg chg="add">
          <ac:chgData name="Luke Richardson" userId="a78666de-887e-4b6f-8187-5796b3720707" providerId="ADAL" clId="{2BD23FAD-FE98-834B-824A-22C299D61F78}" dt="2025-01-31T12:00:12.499" v="199"/>
          <ac:inkMkLst>
            <pc:docMk/>
            <pc:sldMk cId="2094996096" sldId="258"/>
            <ac:inkMk id="198" creationId="{81C193DF-E551-6C74-408B-FA231E5CDFA0}"/>
          </ac:inkMkLst>
        </pc:inkChg>
        <pc:inkChg chg="add">
          <ac:chgData name="Luke Richardson" userId="a78666de-887e-4b6f-8187-5796b3720707" providerId="ADAL" clId="{2BD23FAD-FE98-834B-824A-22C299D61F78}" dt="2025-01-31T12:00:12.696" v="200"/>
          <ac:inkMkLst>
            <pc:docMk/>
            <pc:sldMk cId="2094996096" sldId="258"/>
            <ac:inkMk id="199" creationId="{651F997A-802F-F4EA-8AC9-C7125E9A9E11}"/>
          </ac:inkMkLst>
        </pc:inkChg>
        <pc:inkChg chg="add">
          <ac:chgData name="Luke Richardson" userId="a78666de-887e-4b6f-8187-5796b3720707" providerId="ADAL" clId="{2BD23FAD-FE98-834B-824A-22C299D61F78}" dt="2025-01-31T12:00:12.887" v="201"/>
          <ac:inkMkLst>
            <pc:docMk/>
            <pc:sldMk cId="2094996096" sldId="258"/>
            <ac:inkMk id="200" creationId="{C390224C-25C1-DA13-8A2B-359DE9525BEF}"/>
          </ac:inkMkLst>
        </pc:inkChg>
        <pc:inkChg chg="add del">
          <ac:chgData name="Luke Richardson" userId="a78666de-887e-4b6f-8187-5796b3720707" providerId="ADAL" clId="{2BD23FAD-FE98-834B-824A-22C299D61F78}" dt="2025-01-31T12:00:18.721" v="213"/>
          <ac:inkMkLst>
            <pc:docMk/>
            <pc:sldMk cId="2094996096" sldId="258"/>
            <ac:inkMk id="201" creationId="{638C8570-C370-4E77-D5FF-70156FFA1CC3}"/>
          </ac:inkMkLst>
        </pc:inkChg>
        <pc:inkChg chg="add del">
          <ac:chgData name="Luke Richardson" userId="a78666de-887e-4b6f-8187-5796b3720707" providerId="ADAL" clId="{2BD23FAD-FE98-834B-824A-22C299D61F78}" dt="2025-01-31T12:00:18.721" v="213"/>
          <ac:inkMkLst>
            <pc:docMk/>
            <pc:sldMk cId="2094996096" sldId="258"/>
            <ac:inkMk id="202" creationId="{7FA6898D-30DB-3CAE-BD70-2661E1DAD17D}"/>
          </ac:inkMkLst>
        </pc:inkChg>
        <pc:inkChg chg="add">
          <ac:chgData name="Luke Richardson" userId="a78666de-887e-4b6f-8187-5796b3720707" providerId="ADAL" clId="{2BD23FAD-FE98-834B-824A-22C299D61F78}" dt="2025-01-31T12:00:13.695" v="204"/>
          <ac:inkMkLst>
            <pc:docMk/>
            <pc:sldMk cId="2094996096" sldId="258"/>
            <ac:inkMk id="203" creationId="{13A27CB2-83E3-F73E-C750-E14468D08425}"/>
          </ac:inkMkLst>
        </pc:inkChg>
        <pc:inkChg chg="add del">
          <ac:chgData name="Luke Richardson" userId="a78666de-887e-4b6f-8187-5796b3720707" providerId="ADAL" clId="{2BD23FAD-FE98-834B-824A-22C299D61F78}" dt="2025-01-31T12:00:18.721" v="213"/>
          <ac:inkMkLst>
            <pc:docMk/>
            <pc:sldMk cId="2094996096" sldId="258"/>
            <ac:inkMk id="204" creationId="{0B0B7196-E67B-E99F-3F29-1ADF42FBC20B}"/>
          </ac:inkMkLst>
        </pc:inkChg>
        <pc:inkChg chg="add">
          <ac:chgData name="Luke Richardson" userId="a78666de-887e-4b6f-8187-5796b3720707" providerId="ADAL" clId="{2BD23FAD-FE98-834B-824A-22C299D61F78}" dt="2025-01-31T12:00:14.812" v="206"/>
          <ac:inkMkLst>
            <pc:docMk/>
            <pc:sldMk cId="2094996096" sldId="258"/>
            <ac:inkMk id="205" creationId="{B16EFD40-E5D8-FB98-9108-B98A5BBF3A74}"/>
          </ac:inkMkLst>
        </pc:inkChg>
        <pc:inkChg chg="add del">
          <ac:chgData name="Luke Richardson" userId="a78666de-887e-4b6f-8187-5796b3720707" providerId="ADAL" clId="{2BD23FAD-FE98-834B-824A-22C299D61F78}" dt="2025-01-31T12:00:18.721" v="213"/>
          <ac:inkMkLst>
            <pc:docMk/>
            <pc:sldMk cId="2094996096" sldId="258"/>
            <ac:inkMk id="206" creationId="{E2322C18-FDF2-B7AE-0DA1-BAA268062F78}"/>
          </ac:inkMkLst>
        </pc:inkChg>
        <pc:inkChg chg="add">
          <ac:chgData name="Luke Richardson" userId="a78666de-887e-4b6f-8187-5796b3720707" providerId="ADAL" clId="{2BD23FAD-FE98-834B-824A-22C299D61F78}" dt="2025-01-31T12:00:15.492" v="208"/>
          <ac:inkMkLst>
            <pc:docMk/>
            <pc:sldMk cId="2094996096" sldId="258"/>
            <ac:inkMk id="207" creationId="{5596EDD2-625E-C609-937A-0B50A3608422}"/>
          </ac:inkMkLst>
        </pc:inkChg>
        <pc:inkChg chg="add del">
          <ac:chgData name="Luke Richardson" userId="a78666de-887e-4b6f-8187-5796b3720707" providerId="ADAL" clId="{2BD23FAD-FE98-834B-824A-22C299D61F78}" dt="2025-01-31T12:00:18.721" v="213"/>
          <ac:inkMkLst>
            <pc:docMk/>
            <pc:sldMk cId="2094996096" sldId="258"/>
            <ac:inkMk id="208" creationId="{F8DE89C5-6CDB-5605-6782-62D188937C2C}"/>
          </ac:inkMkLst>
        </pc:inkChg>
        <pc:inkChg chg="add">
          <ac:chgData name="Luke Richardson" userId="a78666de-887e-4b6f-8187-5796b3720707" providerId="ADAL" clId="{2BD23FAD-FE98-834B-824A-22C299D61F78}" dt="2025-01-31T12:00:16.933" v="210"/>
          <ac:inkMkLst>
            <pc:docMk/>
            <pc:sldMk cId="2094996096" sldId="258"/>
            <ac:inkMk id="209" creationId="{50FACFF4-C4DC-3464-64EF-CE18931E8670}"/>
          </ac:inkMkLst>
        </pc:inkChg>
        <pc:inkChg chg="add">
          <ac:chgData name="Luke Richardson" userId="a78666de-887e-4b6f-8187-5796b3720707" providerId="ADAL" clId="{2BD23FAD-FE98-834B-824A-22C299D61F78}" dt="2025-01-31T12:00:17.392" v="211"/>
          <ac:inkMkLst>
            <pc:docMk/>
            <pc:sldMk cId="2094996096" sldId="258"/>
            <ac:inkMk id="210" creationId="{2B5F53EF-221B-CF38-97F4-E6F6F7F1F5D8}"/>
          </ac:inkMkLst>
        </pc:inkChg>
        <pc:inkChg chg="add del">
          <ac:chgData name="Luke Richardson" userId="a78666de-887e-4b6f-8187-5796b3720707" providerId="ADAL" clId="{2BD23FAD-FE98-834B-824A-22C299D61F78}" dt="2025-01-31T12:00:18.721" v="213"/>
          <ac:inkMkLst>
            <pc:docMk/>
            <pc:sldMk cId="2094996096" sldId="258"/>
            <ac:inkMk id="211" creationId="{E30F64E1-10AC-4939-5086-09EBF3B4E41D}"/>
          </ac:inkMkLst>
        </pc:inkChg>
        <pc:inkChg chg="add reco">
          <ac:chgData name="Luke Richardson" userId="a78666de-887e-4b6f-8187-5796b3720707" providerId="ADAL" clId="{2BD23FAD-FE98-834B-824A-22C299D61F78}" dt="2025-01-31T12:00:18.721" v="213"/>
          <ac:inkMkLst>
            <pc:docMk/>
            <pc:sldMk cId="2094996096" sldId="258"/>
            <ac:inkMk id="212" creationId="{755EDE49-DB58-C030-8030-E11F99F6C4DE}"/>
          </ac:inkMkLst>
        </pc:inkChg>
        <pc:inkChg chg="add del">
          <ac:chgData name="Luke Richardson" userId="a78666de-887e-4b6f-8187-5796b3720707" providerId="ADAL" clId="{2BD23FAD-FE98-834B-824A-22C299D61F78}" dt="2025-01-31T12:00:21.779" v="219"/>
          <ac:inkMkLst>
            <pc:docMk/>
            <pc:sldMk cId="2094996096" sldId="258"/>
            <ac:inkMk id="215" creationId="{26A6E398-359A-7E6D-2BC1-25373A196ECB}"/>
          </ac:inkMkLst>
        </pc:inkChg>
        <pc:inkChg chg="add del">
          <ac:chgData name="Luke Richardson" userId="a78666de-887e-4b6f-8187-5796b3720707" providerId="ADAL" clId="{2BD23FAD-FE98-834B-824A-22C299D61F78}" dt="2025-01-31T12:00:21.779" v="219"/>
          <ac:inkMkLst>
            <pc:docMk/>
            <pc:sldMk cId="2094996096" sldId="258"/>
            <ac:inkMk id="216" creationId="{86B21D59-6E06-80B5-3292-F421602E9031}"/>
          </ac:inkMkLst>
        </pc:inkChg>
        <pc:inkChg chg="add del">
          <ac:chgData name="Luke Richardson" userId="a78666de-887e-4b6f-8187-5796b3720707" providerId="ADAL" clId="{2BD23FAD-FE98-834B-824A-22C299D61F78}" dt="2025-01-31T12:00:21.779" v="219"/>
          <ac:inkMkLst>
            <pc:docMk/>
            <pc:sldMk cId="2094996096" sldId="258"/>
            <ac:inkMk id="217" creationId="{6CDD6DB6-C457-EF91-21A7-589E8B027D30}"/>
          </ac:inkMkLst>
        </pc:inkChg>
        <pc:inkChg chg="add del">
          <ac:chgData name="Luke Richardson" userId="a78666de-887e-4b6f-8187-5796b3720707" providerId="ADAL" clId="{2BD23FAD-FE98-834B-824A-22C299D61F78}" dt="2025-01-31T12:00:21.779" v="219"/>
          <ac:inkMkLst>
            <pc:docMk/>
            <pc:sldMk cId="2094996096" sldId="258"/>
            <ac:inkMk id="218" creationId="{9F1B77A4-4C5B-CAD7-244A-AD0AF88F07E1}"/>
          </ac:inkMkLst>
        </pc:inkChg>
        <pc:inkChg chg="add del">
          <ac:chgData name="Luke Richardson" userId="a78666de-887e-4b6f-8187-5796b3720707" providerId="ADAL" clId="{2BD23FAD-FE98-834B-824A-22C299D61F78}" dt="2025-01-31T12:00:21.779" v="219"/>
          <ac:inkMkLst>
            <pc:docMk/>
            <pc:sldMk cId="2094996096" sldId="258"/>
            <ac:inkMk id="219" creationId="{F0EA322B-0D96-9C52-7F69-420B827B663F}"/>
          </ac:inkMkLst>
        </pc:inkChg>
        <pc:inkChg chg="add reco">
          <ac:chgData name="Luke Richardson" userId="a78666de-887e-4b6f-8187-5796b3720707" providerId="ADAL" clId="{2BD23FAD-FE98-834B-824A-22C299D61F78}" dt="2025-01-31T12:00:21.779" v="219"/>
          <ac:inkMkLst>
            <pc:docMk/>
            <pc:sldMk cId="2094996096" sldId="258"/>
            <ac:inkMk id="220" creationId="{80BC079C-8E44-34D3-96D6-AC248A0BEFBB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6:47.71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102 1288 8110,'-15'12'-79,"1"-2"1,-1-2-85,1-3 0,4-3 619,1 2 527,-1-2-425,2-2-326,2 0 1,6-6 0,1-6-50,4-5 1,5-7 107,9-10 0,10 0 364,9-9-488,11-4 0,4-7 1,11-3 57,8-2 1,-32 25-1,2-1-396,5-2 0,2 1 1,3 0-1,1 0 195,6-3 0,2 1 0,4 1 0,1 0-1146,3 0 1,1 2 1149,2 2 1,-1 0-1,1-1 1,-1 1-39,-1 3 0,0 2 0,-4 2 1,0 4-1,-4 4 0,-1 3-262,1 2 1,-1 1 0,-3 1 0,-1 2 16,-1 4 1,-1 1 0,45-3 91,-50 7 0,1 0-52,40 7 1,7 2 0,-4 11-135,0 4 196,-4 3 0,-3 2 0,-8 2-17,-1 2 0,-2-1 33,6 7 0,-7-7 163,3 2 0,-6-4-2,-5-1 0,4-1 220,-4-4 0,-5-3-64,0-7 1,-4-1 225,9-3-294,1-4 0,9-6 1,0-3-30,-1-7 0,-4-1-137,-5-13 0,4-2 129,-3-8 1,-4 4-112,-2-4 1,0-1 50,0 1 0,-2-6-24,2 1 0,-4 4 26,-5 1 1,-3 4 8,-7 1 0,1 0 313,-1 0 0,-4 2-440,-1 2 1,-6 0 1144,2 6 0,-3-2-1098,-3 1 1,-5 11 361,-4-1 0,-8 7-346,-1 3 96,-7 0 0,4 8-47,-7 6 1,0 7 12,0 8 1,-5 6-32,0 4 0,-5 3 5,6 1 1,-1 1-32,5-1 1,1 2 28,4 3 1,3-3 70,7 3 0,4-4-25,0-6 0,7 1 6,-2-10 0,3 1 50,2-11 0,5-6 176,0-8 1,6 2-119,-1-3 1,2-4 49,3-4 0,1-12-169,3 1 0,10-9 72,9 0 0,10-5-181,5-5 0,5 4-218,4-4 0,3-1 289,-46 18 0,0 0 1,0 0-1,-1 2-51,44-9 0,-1 3-3,7 6 1,-2 1 114,1-1 0,-1 7 155,-4 4 1,4 2-129,-45 1 1,1 2 0,2 2-1,0 2-58,0 2 1,0 0 0,1 1 0,-2 2-69,-1 4 0,0 1 1,-1-2-1,1 1 39,0 5 0,-1 1 0,0-1 1,0 0-85,-2 3 1,0 0-1,-1-1 1,-1 1 61,41 22 1,-7-1-26,-3 0 1,0 1 35,-4-1 0,1-1 97,-12-4 0,1-2-320,-5-7 0,-7-2 137,-3-3 1,-3-3-493,-1-7 1,-1 1-106,0-1 1,1-6-299,-1-3 0,-4 2 992,-1-3 0,-6-4 0,5-4 0,0 0 0,2 3 0,-1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06.13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189 87 7849,'-8'-7'0,"1"-2"554,1-4 175,-2-2 0,-2 3-238,1 2 0,4-1 184,-5 6-640,1 0 1,-6 5 75,1 0 0,4 7-168,0 2 0,1 4 120,-6 1 1,6 7-35,-1 3 0,7-1-235,-2 1 0,-2-5-224,3 5 0,-1-4 31,5 4 0,1-11 161,4 1 1,-1-3 147,5 4 1,1-7-28,4-3 0,2-4 217,4-1 0,-4-6-79,3-4 0,-3-4 151,-2-6 0,-4 4 3,0-3 1,-2-2-29,1 2 1,3-5 8,-8 5 0,6-2-40,-5 1 0,0 4 6,-5-3 0,0 8 60,0 1 160,0 1-79,0 1 156,0 1-360,-7 20 1,6-3 10,-4 9 1,3 2-399,2-2 0,0 0 37,0-4-338,0-1 1,0 1-46,0-1-100,0 1 1,2-3 246,3-2 0,-2 1-265,7-6 792,-1 0 0,6-5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09.46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145 347 7849,'-9'-2'0,"-1"-2"759,0 2-61,-4-11-537,-1 12 0,6-6 288,-1 7-483,0 0 0,-2 2 90,2 3 1,-1 3-211,6 6 1,-2 2 68,3 3 1,2-3-66,-3 4 1,4 1-232,1-2 1,0 0 141,0-4 1,1-1-1,4 0 0,-2-1 93,7-3 0,-1 1 168,6-6 1,-1 0-86,1-5 1,-1-2 129,1-3 0,-1-4-5,1-10 0,-2 1 87,-4-6 1,4 4 201,-3-4 0,-2-1-139,1-9 1,-5 3 79,0-2 0,-2-3-52,-2 3 1,0-8-43,0 3 1,0 3 24,0 1 0,0 8 6,0 2 1,-2 6 189,-2-1-95,2 9-287,-11 4 1,7 8 86,-4 2 1,-1 9-209,6 7 0,-5 10 75,6-1 0,-1 5-175,5-1 0,0 3-89,0 2 1,1 3-202,4-8 0,3 3-320,7-3 0,-1-2 346,1 3 1,1-9-119,3-1 1,2-6 186,3 1 0,2-9 379,-7-5 0,0-4 0,-4-1 0,5-6 0,-3-2 0,3-7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09.86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116 305 7849,'-10'0'-413,"2"-2"-166,2-3 1378,-6 4 1,9-6-281,-6 7 0,4-5 85,-5 0-366,0 1 0,-2 10-215,2 4 1,-1 3-49,6 1 1,0 0-155,5 1 0,0 4-15,0 0 1,0 1-211,0-6 0,2 1-49,3-1 0,-2-1 181,6-3 1,1-4 194,4-6 0,-4 0-81,0 0 1,-1-2 176,6-2 0,-7-4-96,-3-7 0,1-6 383,-1-3 1,0-3-35,-5-2 0,0-5 63,0 0 0,0-1 0,0 1 1,0 2-81,0-6 0,0 10 153,0-1 0,0 5 282,0 0-49,-7 3-134,6 13-568,-12 2 0,11 14-40,-3 6 0,2 7-49,-2 8 1,4 2-221,-4 2 1,3 0 228,2 5 1,5-6-586,0 2 1,6-3 304,-1-3 0,0 5-496,4-4 1,-3 1 478,9-11 0,-3-1 438,2-8 0,-2 2 0,10-10 0,-5 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10.02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30 0 7849,'-8'0'1130,"1"0"-707,1 0-546,4 0 194,-4 7-626,6 1 0,0 6 296,0 0 1,1-4-396,4 0 0,-3-5 168,3 4 486,3-6 0,0 10 0,6-5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10.15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73 73 7849,'-10'-10'54,"0"1"118,1-1 0,-1 1 571,1-1-483,5 7 1,-4-4-583,3 7 386,4-6-1111,-6 4 1,14-4 1046,2 6 0,4 0 0,2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10.62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58 7849,'0'-14'913,"0"-1"-164,0 1-688,0 6 294,0 1-366,0 26 0,0-6-52,0 16 1,5 2-83,0 2 0,-1 8-270,-4-3 0,0-1 251,0 2 1,5-7-139,0 2 0,5-1 49,-6-4 0,6 3-36,-5-8 1,1-3-144,-1-1 363,-3-4 1,6-8-88,-3-3 233,-4-4 434,6-1-366,-7-6 0,0-2 43,0-7 0,0 1-16,0-1 0,-2 6 236,-3-1 1,4 0-130,-4-4 1,3 4 127,2 1 1,-5 4-123,1-5 0,-1 5-210,5-4 0,0 4-155,0-5 1,0 5 63,0-4-174,0 6 0,1-5 58,4 3 1,3 3-2,7-3 0,-4 4-9,3 1 0,-2 0-134,7 0 1,-3 0 78,-2 0 1,6 5 112,-1-1 0,0 6 222,-4-5 0,-1 6-75,1-1 0,-1 3 46,1 1 1,-6 0-70,1 1 0,-5-1-195,4 1 1,-4-2 127,5-4 1,-7 4-691,2-3 1,-2-4 47,2-1 669,-4-3 0,6-2 0,-7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10.77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44 7849,'-1'-13'-7,"-4"3"0,3 2 199,-2 3-306,2 4-235,2-6-332,0 7 681,0 0 0,13 7 0,3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11.11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58 15 7849,'-6'-8'456,"4"2"0,-6 6 391,4 0-358,2 0-316,-11 0 1,11 1 50,-2 4 1,-3 3-349,2 7 0,1-1 161,4 1 1,0-1-482,0 1 0,0-1 301,0 0 0,1-1-209,4-3 0,-3 3 48,2-4 511,4-2-59,1 6 1,0-12-121,1 4 1,-5-5 422,4-5 1,-6 2-164,2-7 1,-3 1 38,-2-6 1,0 6-2,0-1 1,0 0-453,0-4 1,0 0-205,0-1 0,0 5-296,0 1 0,-2 4-13,-3-5 1,2 7-127,-6-2-652,5 4 1417,-2 1 0,6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11.33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1 145 7849,'0'-15'958,"0"6"-106,0-1 1,0 5-334,0-4 0,4 4 161,1-5 1,0 5 203,-5-4-244,0-1-217,6-4-508,-4-1-191,4 7 0,-4 0-737,3 3-686,-4 4 1230,12-6 1,-9 12-513,5 0 1,-4 6 378,5-1 0,-2-2-646,1 1 1248,4 1 0,-5 5 0,7-1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11.71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102 29 7849,'-2'-9'1162,"-3"-1"-263,4 7-109,-12-4-519,5 7 1,-2 0-219,1 0 0,0 2 101,0 3 0,1 3-100,3 6 0,3 1-173,-2-1 0,-3-4-236,2 0 1,0-1-158,5 6 1,0-1 228,0 1 0,2-6 2,3 1 1,-2-5 16,7 4 0,-1-6 264,6 2 1,-5-3-264,-1-2 325,1 0 1,4-5 78,1 0 0,-6-4 140,1 4 1,-7-6-12,2 1 0,1 2-66,-1-2 0,2 2 244,-2-1-276,-4-4 1,6 10-110,-7-7 0,1 7-17,4-2-312,-3 3 180,4 2-28,-6 0 1,5 2-378,0 3 0,1-2 203,-1 7 1,-2-6-560,7 6 1,-5-2-12,4 2 858,1 3 0,4-5 0,1 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11.96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43 7849,'-7'-14'1336,"6"6"-377,-6-5-36,7 11-656,0-4 0,0 8-209,0 2 0,2 11 74,3 9 1,3 3-152,6 2 0,-4 7-176,0 2 0,-1 2 187,6-1 1,-1 3-788,1-4 1,-1 2 314,0-1 1,1 1-507,-1-6 0,1 0 29,-1-6 957,1 1 0,-1-6 0,1-2 0,-1-7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13.29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58 693 7849,'-6'15'241,"4"-1"1,-4-4 744,6 0-173,0-7 365,0 3-778,0-6 0,1 0 100,4 0 0,-2 0 239,7 0-271,0-6-301,4-2 0,-1-7-101,-3 1-148,2-1 0,-5 1 165,2-1 0,-2 1-254,-7 0 1,5-1-19,-1 1-68,1-1 1,-5 1 70,0-1 1,0 6-35,0-1 0,-1 7-328,-4-2 347,-3 3 1,-7 2 225,1 0 0,-1 2-98,1 3 0,0 3 157,-1 6 0,1 1-102,-1-1 0,6 2-22,-1 3 1,7-2-57,-2 2 0,3 2-9,2-2 1,0 2-48,0-2 0,12-3 94,2 3 1,5-7-463,1-3 0,2-5 163,7 0 1,-5-2-236,0-2 0,-6 0 160,1 0 1,-3-5-144,-1 0 1,-3-6 574,-2 1 0,3-2 0,-5-9 0,6-2 0</inkml:trace>
  <inkml:trace contextRef="#ctx0" brushRef="#br0" timeOffset="468">391 563 7849,'0'-8'616,"-2"2"-67,-3 6 632,4-7-786,-6 6 1,6-11 280,-4 8-286,3-1-26,-11 5-227,12 0 0,-11 1 87,8 4 1,-3-2-189,2 7 48,4-7 0,-6 10-241,7-3 1,0-2 57,0 1 0,0-4-34,0 5 0,0-5-45,0 4 1,0-4-43,0 5 1,7-5-179,2 4 1,-1-4 138,2 5 1,0-5 0,4 4 1,1-4 54,-1 5 0,1-7-431,-1 2 331,0 3 0,1-5 113,-1 7 0,-4-6-28,0 6 344,-7-7-7,3 10 0,-6-10-80,0 7 1,-5-5-113,1 4 1,-8-4 7,3 5 0,-4-7-94,-2 2 0,6-3-9,-1-2-390,1 0 1,-6 0 557,1 0 0,6 0 0,-5-13 0,5-3 0</inkml:trace>
  <inkml:trace contextRef="#ctx0" brushRef="#br0" timeOffset="685">550 433 7849,'8'7'764,"-2"-6"433,-6 12-792,0-5 0,5 6 88,0 1-282,0-1 1,-1 2-499,1 4 1,5-4 275,-5 3 0,1 2-993,-1-2 1,-2 2 382,7-2 0,-7-1-668,2 6 1289,3-6 0,-7 3 0,6-7 0</inkml:trace>
  <inkml:trace contextRef="#ctx0" brushRef="#br0" timeOffset="951">506 621 7849,'0'-8'1033,"0"2"0,5 4-301,0-3-470,0 4 0,1-6-278,4 7 0,-2-5 16,2 0 0,-1 1 57,6 4 1,-1-2-327,1-3 1,-6 4 221,1-4 1,-1 3-422,6 2 0,-1 0 185,1 0 0,-6 0 11,1 0 1,-2 2 38,2 3 0,1-2 271,-6 6 0,4-4-323,-4 5-31,7 0 1,-6 4-3,4 1 1,-2-6-34,-4 1-37,-2-7 388,4 10 0,1-12 0,1 6 0</inkml:trace>
  <inkml:trace contextRef="#ctx0" brushRef="#br0" timeOffset="1100">636 390 7760,'8'0'-68,"5"0"-536,-5 0 0,7 0 349,-1 0 0,-4 6 255,0 4 0,-1 3 0,6 1 0</inkml:trace>
  <inkml:trace contextRef="#ctx0" brushRef="#br0" timeOffset="1527">940 664 7849,'-6'-14'473,"4"4"177,-3 1 1,4-1 213,1-4 0,0 4-350,0 0 1,0 1-81,0-6 0,0 6 79,0-1-188,0 0-105,0-4-437,0-1-1142,0 7 964,0 2-241,0 6 0,0 2 260,0 2 1,4 0-48,1 5 1,2 1 48,-3 4 0,0-4 243,5 0 1,-4-6 62,5 6 0,-5-5 451,4 4 924,-6-5-710,10 2-184,-5-6 0,2 0-164,0 0 1,-7-1 45,2-4 1,1 1-63,-1-5 0,1 4-76,-1-5 16,-3 1 0,9-6-52,-6 1 0,0 4-227,-5 1 0,1 5 25,4 0-443,-3-5 0,6 8-49,-3-4 151,-4 3 0,10 4 154,-6 3 0,2-2-1167,-3 7 906,-2-1 0,9 6-543,-6-1 444,6 1 628,-3-1 0,0 1 0,5-1 0,-5 1 0</inkml:trace>
  <inkml:trace contextRef="#ctx0" brushRef="#br0" timeOffset="1876">1316 448 7849,'0'-8'1499,"0"-5"-749,0 11-195,-6-11-108,-2 12-426,-7 1 0,2 8 90,4 6 0,-3 1-341,7-1 0,-4 0 214,4 1 1,0-1-465,5 1 0,0-1-66,0 1 67,0-1 104,0 1 405,7-7 1,1-2-26,6-6 0,-4 0-79,-1 0 0,-4-5 186,5 0 0,-2-6 103,2 2 265,2-4-288,-4-2 1,2 2 25,0 4 1,-7 1-149,2 3 1,-2 3-301,2-2-58,-4 2 286,6 2-682,-1 0 0,-3 2 318,7 2 0,-5-2-1025,5 3 1391,-7 3 0,16 0 0,-3 6 0</inkml:trace>
  <inkml:trace contextRef="#ctx0" brushRef="#br0" timeOffset="2101">1475 245 7849,'0'-10'1242,"0"1"-255,0 6-226,0-10-307,0 11-243,0-4 1,0 12-133,0 4 1,0 4-32,0 6 1,0 2-166,0 7 1,5 0-654,0 0 0,4 0 445,-4 0 1,6 0-706,-1-1 0,-2 0 436,2-4 1,-2 2 593,1-7 0,3 0 0,-8-4 0,8-1 0,-4 1 0</inkml:trace>
  <inkml:trace contextRef="#ctx0" brushRef="#br0" timeOffset="2309">1446 462 7849,'-10'-2'1849,"1"-2"-94,6 2-732,-4-4-466,7-1-134,0 6-338,0-6-250,7 1 1,1 4-302,6-3 0,1 4-716,-1 1 0,0 0 444,1 0 0,-1 0-212,1 0 0,-1 0 950,1 0 0,6 0 0,1 0 0</inkml:trace>
  <inkml:trace contextRef="#ctx0" brushRef="#br0" timeOffset="2652">1677 476 7849,'8'0'875,"5"0"1,-9 0 38,5 0-310,-6-6 0,9 3 192,-8-7-370,1 1 1,-5-6-116,0 1 1,0 4-330,0 0 0,0 6-5,0-6-5,0 0-463,0-4 1,-6 6 277,-4 3 1,2 3-222,-1 2 1,4 0 107,-5 0 1,2 7 274,-2 2 1,-1 4-115,6 2 0,0-1 237,5 1 1,-4-1-46,-1 1 1,0-1 82,5 0 0,2 1-55,2-1 1,0-1-54,5-3 0,1 3-363,4-4 0,2-2 129,4-2 1,-4 1-423,3-1 1,-3 0 81,-1-5 0,-1 0-104,1 0 0,-1 0 676,0 0 0,-4-2 0,0-3 0,-7 4 0,10-12 0,-5 5 0</inkml:trace>
  <inkml:trace contextRef="#ctx0" brushRef="#br0" timeOffset="3158">1938 332 7849,'0'-8'400,"0"1"861,0 7-420,0-6-156,0 4-203,0-4-241,-7 6 0,4 6-251,-7 4 1,7-2 72,-2 2 1,4 4-385,1 5 0,0 1 231,0-6 1,0 2-203,0 4 0,0-4-11,0 3 0,1-3-145,4-2 0,-2-4 138,7 0 1,0-7 109,4 2 1,-4-4 138,-1-1 0,1-1-51,4-4 1,-4-3 444,0-7 1,-7-6-185,2-3 1,1-5 163,-1-4 1,0-4 14,-5-7 0,-5 1 229,0 0 0,-4-1-190,4 1 1,-5 8 28,5 6 0,-1 1 546,1 9-386,3 0-713,-4 11 1,6 3 210,0 10 0,0 4-210,0 11 1,0-3 110,0 7 0,5 1 80,0 3 0,6 6-145,-1 0 0,2 0-1,3-5 0,-1-2-314,1-3 1,-1 7 160,1-7 1,-2 5-495,-4-10 0,4 0 76,-3-4 1,3 4-113,1 0 0,-4-4 294,-1-6 1,-4-6 499,5 2 0,-1 3 0,6 0 0</inkml:trace>
  <inkml:trace contextRef="#ctx0" brushRef="#br0" timeOffset="4018">73 1387 8045,'-8'0'3195,"1"0"-3304,7 0 0,0 2-104,0 3 0,0 3 98,0 6 0,5 6-131,0-1 0,4 5-582,-4-5 0,6 7 433,-1-2 1,-2-2-221,2 3 0,-5-8 615,4 3 0,1-4 0,4-2 0</inkml:trace>
  <inkml:trace contextRef="#ctx0" brushRef="#br0" timeOffset="4369">15 1344 7849,'0'-15'0,"-2"6"350,-3-1 1,4 1 218,-4-6 836,3 1-464,2-1-470,0 1 0,7 4-263,2 0 0,-1 7-157,2-2 0,0 4-115,4 1 1,1 5 122,-1-1 1,0 8-57,1-3 0,-1 4 73,1 2 0,-1-1-595,1 1 1,-2-6 175,-4 1 0,4-1-689,-3 6 717,-4-1 1,2 1-376,-3-1 426,-3 1 1,4-1 255,-6 1 1,-2-6 23,-2 1 0,0-5 51,-5 4 0,-1-1-28,-4 2-104,-1-3 1,1-7-182,-1 0 165,7 0-246,-5 0 0,10 0-445,-6 0 424,5 0 1,0 0 347,8 0 0,-2 0 0,17-7 0,-3-1 0</inkml:trace>
  <inkml:trace contextRef="#ctx0" brushRef="#br0" timeOffset="5279">420 1272 7849,'-2'-8'1094,"-3"3"323,4-3-976,-6 6 1,5-9-153,-2 6 41,2 0-228,-11 5 0,10 2 99,-7 3 1,2-2-141,-1 7 1,1-1-52,3 6 1,3-1-159,-3 1 1,4-1-49,1 0 1,0 1-195,0-1 1,0 1 168,0-1 1,1-4 55,4 0 1,-2-7 363,7 2 1,-5 1-106,5-1 1,-6 0 51,6-5 1,-2-2-77,2-3 1,3-1 59,-4-4 1,-2-3-72,-3 4 0,3-4 32,-2-2 1,1 1-60,-1-1 87,-3 1-77,4 0 29,-6-1-534,6 1 179,-4 6-82,4 1-32,-6 7 29,0 0 149,0 7 1,2-1 43,3 4 1,-4 3 61,4-4 1,3 2-37,2-1 1,-2 3 233,2-3 1,-6-2-119,6 1 686,0-6-433,4 10 0,1-11 21,-1 3 0,-4-4-60,-1-1 0,-4-1-76,5-4 1,-7-3 97,2-7 1,1 1-30,-1-1 0,0 1-146,-5 0 1,0-1 139,0 1 1,0-1-8,0 1 0,0 4-37,0 0 1,0 6-16,0-6 1,0 5-226,0-4 224,0 5-1160,0-2 497,0 6-1067,0 0 1349,0 6 0,6-2 173,4 5 1,-2-1-106,2 2 1,-1 1 126,6-6 1,-6 5-90,1-6 0,0 1 363,4-5 1,-4 2-98,-1 3 1,1-4 136,4 4 1,-4-3 163,0-2-209,-1-7 1,4 4 33,-3-7 0,1 6 187,-6-6-190,6 0 0,-8-4-61,7-1 1,-7 6 168,2-1 0,-3 5-58,-2-4 1,0 4 68,0-5 118,0 7-587,0-3 10,0-1 0,-2 6-165,-3-4 163,4 3 0,-12 9 42,3 2 1,4-1 16,1 2 1,-2-1 28,3 6 0,-1-1-157,5 1 0,0-1 105,0 1 1,0-1-7,0 1 92,0-1 0,1 1-4,4-1 42,3 0 0,7-4-69,-1 0 0,1-7 44,-1 2 1,1-4-19,-1-1 1,-4 0-168,-1 0 1,1 0 93,4 0 1,-4-4-333,0-1 0,-5-5-542,4 5 231,-6-6 0,5 9-1071,-3-2 1791,-3-4 0,4 6 0,1-11 0,1 5 0</inkml:trace>
  <inkml:trace contextRef="#ctx0" brushRef="#br0" timeOffset="5744">969 1185 7849,'-8'-8'-23,"-5"-5"1235,11 5-381,-4 0-319,6 2-628,0 6 1,-2 0 37,-2 0 75,2 0 0,-4 1 25,6 4 154,0 3 0,0 6-279,0 1 1,0-1 0,0 1 0,0-1 14,0 1 1,0-1 73,0 1 1,0-6-109,0 1 1,0-5 54,0 4 1,1-4 24,4 5 1,-3-5-12,2 4-7,-2-5-210,4 2 0,-2-6-124,5 0-1316,-5 0 1710,8 0 0,-4 0 0,7 0 0</inkml:trace>
  <inkml:trace contextRef="#ctx0" brushRef="#br0" timeOffset="6270">1012 1170 7849,'-8'-1'-350,"2"-2"-872,-1-2 1025,6 0 1,-7 0 1143,3 0 1,2 1 244,-7 4-907,7-7 0,-10 6-82,3-4 1,2 3-14,-1 2 0,4 7-154,-5 2 0,5 4 75,-4 1 1,4 1-212,-5-1 1,7 1 68,-2-1 0,4 1-33,1-1 0,0 1 67,0-1 0,0 1-114,0-1 0,1-4 227,4-1 92,3-5 0,7 2 10,-1-6 0,1 0 8,-1 0-28,1 0 1,-1-2 122,0-2-188,1-5 1,-2-5-1,-4 0 0,3-1-101,-8 1 1,3-1 45,-2 1 0,-4-1-109,4 1 1,-3-1 235,-2 1 1,0 4 42,0 1-464,0 5 266,0-8-567,0 10 356,0-4 0,0 7 73,0 4 67,0 3 0,0 6-253,0 1 1,0-1-134,0 1 1,5-1-118,-1 1 1,6-6-1205,-5 1 618,6 0 304,-3 4 806,7 1 0,-7-7 0,4-2 0,-4-6 0</inkml:trace>
  <inkml:trace contextRef="#ctx0" brushRef="#br0" timeOffset="7128">1200 1185 7629,'8'8'2226,"-1"0"-1985,-7-3 0,1-2-30,4 7 1,-3-6-216,3 6 0,-4-5 112,-1 5 1,2-7-204,3 2 161,-4 3 0,6-5-7,-7 6 0,1-5 237,4 1 325,-3-4-409,4-1 70,-6 0-249,0 0 1,5-6 145,0-4 0,0 2-124,-5-2 0,0 1 264,0-6-251,0 1 11,6-1-483,-4 1 191,4-1 0,-4 7-217,2 4-173,-2 2 402,11 2 1,-10 0-42,7 0 0,-5 0-249,4 0 499,-6 6 1,9-2-157,-7 5 408,6-6 0,-5 6-56,4-5 0,-2-2 56,-3 3 1,-2-4 124,7-1-260,-7 0 0,8-1 118,-6-4 0,1 3 1,-1-2-235,-3-5 0,6 1 16,-3-6 1,-4 4-125,4 1 1,-2 1-94,2-2 261,-3-3 59,4 5-116,0-6-272,-4 6 213,4-5 0,-4 11-289,3-3 223,-4 4 1,6 7-49,-7 4 1,5-2-178,0 2 222,6-1 1,-8 6-120,7-1 1,-2-4 78,1-1 1,4-1 3,-3 2 1,-2 3-96,1-3 189,1-4 1,5 5-2,-1-6 1,-4 0 134,-1-5 1,1 0-96,4 0 1,-4 0 153,0 0 1,-5 0 115,4 0-217,1-7 1,-1-1 37,1-6 1,-5 4-44,5 1 0,-7-1 168,2-4 1,-4-1-22,-1 1 1,0-1 14,0 1-161,0-1-1,0 1-101,0 6 1,-1-3 71,-4 6 1,2 0 1,-7 5 0,5 5 17,-5 0 0,7 6-27,-2-2 4,-3 4 0,7 2-11,-4-1 0,3 1 7,2-1 3,0 1 0,0-1-3,0 0 1,5-4 11,0 0 0,6-5-654,-1 4 455,3-6 0,1 4-222,1-7 1,-1 0-708,1 0 173,-1 0 1,0 0 950,1 0 0,-7 0 0,11-7 0,-3-1 0</inkml:trace>
  <inkml:trace contextRef="#ctx0" brushRef="#br0" timeOffset="7395">1909 896 7849,'0'14'0,"0"1"-56,6-1 1,-4-4 190,3-1 35,-4 1 1,1 4 66,3 1 1,-4-1-306,4 1 0,-2-1-53,2 1 1,-2-1-304,7 1 351,-7-1 0,8 1-305,-6-1-677,6 1 641,-3-1 414,7 0 0,-7-6 0,-2-1 0,1-1 0,1 2 0</inkml:trace>
  <inkml:trace contextRef="#ctx0" brushRef="#br0" timeOffset="7612">1865 1069 7721,'0'8'1474,"0"-1"0,2-7-1276,3 0 0,-2 0-67,7 0 1,-6 0-141,6 0 1,-5 0-305,5 0 1,-1 0 279,6 0 1,-6-5-397,1 0 1,0 0 176,4 5 0,-4-5-1634,-1 1 1886,-5-1 0,15-2 0,-3-1 0</inkml:trace>
  <inkml:trace contextRef="#ctx0" brushRef="#br0" timeOffset="8045">2241 1040 7320,'-8'-8'1841,"2"2"-1173,6-1-457,0-1 1,0-1 618,0-1-571,0 7 0,0-5-174,0 3 109,0 3-292,0-4 10,0 6 73,-7 0-53,-1 0 1,-6 6 76,-1 4 0,6 3-100,-1 1 1,5 1 76,-4-1 0,6 1-5,-2-1 1,3 1-42,2-1 1,0-4 76,0-1 1,0 1 78,0 5 0,2-6-103,3 1 1,3-7-167,6 2 0,5-4 109,1-1 1,0 0-122,0 0 0,-4 0 5,3 0 1,-3-6-98,-1-4 0,-1 2-78,0-1 1,1 1-172,-1-2-1075,-6-3 751,5 5 850,-11-6 0,11-7 0,-5-2 0</inkml:trace>
  <inkml:trace contextRef="#ctx0" brushRef="#br0" timeOffset="8353">2502 1084 7984,'0'-8'2932,"-7"-5"-2309,5 5 0,-4-2-227,6 1 0,0 4 582,0-5-607,0 0 0,0 1-259,0-1 1,0 5 235,0-4-592,0 5 1,2-7 233,2 6 1,-2-1-811,3 1 0,3 4-672,2-4 0,-2 3 727,1 2 1,-4 0-35,5 0 0,-5 0 799,4 0 0,1-6 0,4-2 0</inkml:trace>
  <inkml:trace contextRef="#ctx0" brushRef="#br0" timeOffset="8804">2906 881 7849,'0'-9'0,"0"-1"0,0 5 900,0-4-437,0 5 1,0-4 320,0 3 24,0 4-263,-6-6-74,-2 7 1,-7 0-79,1 0 1,0 0-125,-1 0 0,1 0-58,-1 0 1,6 5 15,-1 0 74,0 6-245,-4-3 11,-1 7 0,7-6 169,3 1-379,4-7 55,1 10-205,6-5 1,4 5 142,9-3 0,-3 1-215,4-6 0,-3 4-105,2-4 0,-2 5-290,2-5 0,-1 4 80,1-4 1,-3 6 281,3-1 1,-4-2 404,-6 2 0,2-5-176,-6 4 697,7 1-486,-11 4 1,6-4 102,-7 0 1,-2-6 21,-3 6 0,-3-7 70,-6 2 1,-1-2-698,1 2 0,-1-3 207,1 2 1,-1-2-1572,1-2 885,-1 0 939,1 0 0,-7 0 0,-1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25.40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200 376 7849,'-8'-6'2486,"1"4"-2041,1-4 1,4 4-396,-3-3 60,4 4-80,1-6 0,0 9 64,0 3 0,1 3-91,4 6 0,-2 2 64,7 4 0,-7-3-138,2 7 0,1-1-40,-1 1 0,2 2 35,-2-7 0,-4 5 71,4-5 1,1 2 58,-1-2 1,2-7-36,-3 2 0,0-3 9,5 4 0,1-7-23,4-3 1,1 1-46,-1-1 1,6 0-130,-1-5 0,7-5-311,-2 0 1,3-5 206,2 6 0,-2-8-599,-3 3 0,7 2 363,-7 2 0,5-1-205,-10 1 714,7 0 0,-10-1 0,5-2 0</inkml:trace>
  <inkml:trace contextRef="#ctx0" brushRef="#br0" timeOffset="875">26 333 7849,'0'8'-1417,"0"-2"1677,0-6 1,0 2 409,0 3 128,0-4 160,0 6-196,0-7 2931,0 0-3483,0-7 59,7-1 1,-4-6-13,6-1 0,-4 1 29,5-1 1,-5 1-1,4 0 1,-4-1-163,5 1 0,-5-2 100,4-4 1,-4 3-93,5-8 1,-7 8 78,2-2 1,1-2-206,-1 1 0,1 1 0,-1 5 1,-3 4 47,3 0-366,-4 7 0,-1-5 13,0 3-889,0 4 601,0-6 390,0 14 0,0 1 39,0 6 1,2 1 148,3-1 0,-4-4-7,4-1 0,-2 1 79,2 4 0,-2 1-202,7-1 1,-5-1 84,4-3 1,-4 3-191,5-4 0,0 3 59,4-3 0,0 4-98,1-3 1,-2-2 21,-4 1 0,4-4-324,-3 5 342,3-7 97,1 10 1,-6-10 51,-3 7 0,-3-5 367,-2 4 36,0-6 1,-7 9-163,-2-7 0,-9 4-16,-1-4 1,-7 1-62,2-1 1,1-3-169,-1 3 0,0 1 1,-5-1 0,0 6-264,0-1 1,5-2 5,0 1 1,7-1-607,-3 2-290,11 3 1,5-11 1250,14 2 0,13 4 0,14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34.37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15 319 7849,'0'-15'-71,"0"1"0,-2 0-254,-3-1 0,4 1 354,-4-1 188,3 7 184,2-5-17,0 5 1,0-1 401,0-1-464,0 7 255,0-4-154,0 7-530,0 0 120,0 7 1,0 6 137,0 6 1,2 7-56,3-2 0,-2 5-110,6 4 1,-5-1-316,0 7 0,3-7 176,-2 2 1,4 1-317,-4-1 0,5 1 205,-5-1 1,4-3-109,-4 2 1,1-7 98,-1-2 0,-3-6-138,3 1 66,-4-9 217,-1-4 457,0-6 1,0-8-183,0-6 0,-5-2 196,1-9 1,-6 6 0,5-3 175,2 1-282,-5 2 0,6 4 26,-2 1 1,2 4-142,2 0 1,-2 7 103,-3-2-298,4-3-254,-6 7 260,7-6 1,2 7-1,1 2-143,2 3 205,0-4 1,0 7-1,1-4 26,2 0 17,2 1 0,-1-5 78,1 0 1,-5 0 100,5 0 24,-1-6 0,4-2 32,-3-7 1,-2-1-96,-3-3 0,-4 1 129,4-6 0,-3 0-33,-2-5 0,0 0-208,0 0 0,0-1 72,0-4 0,0 8-57,0-3 0,0 10 434,0 0-321,0 3 0,0 6-163,0 1 58,0 5 1,-5 4-412,0 10 0,0 3 177,5 1 1,0 7-2,0 3 1,0 8-73,0 2 1,0 5-127,0-6 1,0 6-334,0-5 1,5 4 281,0-4 0,1 0-339,-1-5 1,-2 0 246,7-1 0,-5 0 29,4-4 1,-4-5-98,5-9 554,-7-4 0,10-6 0,-12 0 0,6 0 0</inkml:trace>
  <inkml:trace contextRef="#ctx0" brushRef="#br0" timeOffset="408">333 579 7849,'0'-9'490,"0"-1"1,0 5 118,0-5-146,-7 1 1,6-1-80,-4 1-164,3 5 0,1-2-255,-4 6-43,3 0 0,-4 6 0,6 6-481,0 5 550,0-1 0,0 7-346,0-4 1,1-3 108,4 3 1,-2-3-191,7-1 404,0-1 1,4-1 245,1-3 0,-6-4 145,1-6 88,-1 0 0,4-6 119,-3-4 0,-2-3-178,-3-1 1,-4-1-361,4 1 0,-3 0 149,-2-1 0,0-4-691,0 0 1,-5-1-275,0 6-221,-6-1-355,3 1-832,-7 6 2196,1 1 0,0 7 0,-1 0 0</inkml:trace>
  <inkml:trace contextRef="#ctx0" brushRef="#br0" timeOffset="916">564 536 7779,'-6'-8'1217,"4"1"1,-6 7-568,3 0-332,3 0-253,-10 0 0,10 7 1,-4 2 322,-1 4-595,6 2 0,-6 1 1,7 1 185,0 3-405,0-1 1,0-5 0,0 1-249,0-1 451,7 1 1,-4-7 260,6-3 0,-4 1-64,5-1 1,-1 0 406,6-5-179,-7-7 194,5 6 1,-10-11-123,7 8 1,-7-8-67,2 3 1,1 1-322,-1-2-219,0 7 0,0-5-522,-1 3 368,8 3 270,-4-4 1,6 6 55,1 0 1,-3 2 110,-2 2 1,3-2-95,-3 3 0,2-2 264,3 2 0,-1-3 185,1 2 1,-1-2 210,1-2 1,-6-2 291,1-2 0,-7 0 90,2-5-546,3-1 0,-6-4-129,3-1 0,-4 1-161,-1-1 196,-6 1-1297,-2-1 1,-7 2-28,1 4 0,4 2 1065,0 7 0,7-6 0,-3-2 0</inkml:trace>
  <inkml:trace contextRef="#ctx0" brushRef="#br0" timeOffset="1615">3007 488 7849,'-9'7'605,"3"-6"-232,6 6 0,-5-6 577,0 4-69,1-3-217,4 4 7,0-6 0,1 0-237,4 0 1,1-2 380,4-2-545,3-4 1,-5-7-127,6 1 1,-6 0 24,-3 0 0,-1-1-111,0 1 1,-2 0-9,3 0 1,-4-1 272,-1 1-544,0 0 0,-6 1-34,-4 4-149,-3 2 1,-6 7 196,0 0 0,0 7 23,4 2 1,1 9 135,-1 1 1,6 6 5,-1-1 0,7 3-204,-2 1 1,3-4 62,2 0 1,0-1-25,0 6 1,12-7 85,2-3 1,5-5-200,1-4 1,-3 1 32,7-6 0,-4-1 129,4-4 1,-7-1-239,3-4 0,1 2-225,-2-7 0,-2 1-225,-7-5 0,3-1-218,-3 1 1064,-4 0 0,7 0 0,-5-1 0,6 1 0</inkml:trace>
  <inkml:trace contextRef="#ctx0" brushRef="#br0" timeOffset="2282">3310 417 7852,'-8'-8'386,"0"2"788,3 6-762,4 0 1,-7-5 490,3 0-252,3 1-301,-11 4 1,10 0-169,-7 0 0,6 0-15,-6 0-135,7 6 67,-10 2 1,10 5-265,-7-4 132,7 4-86,-4-5 0,7 6 18,0 0 1,0-4 126,0-1 0,5-4-22,0 4 1,6-5 5,-1 0 0,-2-1-82,2 2 1,-1-3 97,6 3 0,-2-2-229,-4 1 1,4-2-68,-3 3-126,3-4 52,1-1 42,1 0 1,-6 5-241,1 0 242,-7 0 383,3 1-166,-6 2 0,-1 5 159,-4-4 0,-3 4-104,-6-4 0,4-1-203,0 2 0,1-7 20,-6 1-118,1 4 0,-1-6-468,1 3 319,6-4 1,-4-2 151,8-4 1,-1 2 325,5-7 0,0 1 0,-7-5 0,-1-1 0</inkml:trace>
  <inkml:trace contextRef="#ctx0" brushRef="#br0" timeOffset="2491">3440 303 8936,'8'0'2783,"-1"0"-2401,-7 0 0,5 2-297,-1 3 1,1 2 110,-5 8 0,5 4-461,0 0 0,4 4 238,-4-4 1,5 7-1040,-5-2 1,4 2 102,-4 3 1,2-7-931,-3-3 1893,-2 3 0,4-6 0,-6 5 0</inkml:trace>
  <inkml:trace contextRef="#ctx0" brushRef="#br0" timeOffset="2798">3426 460 11206,'0'-8'1425,"0"2"1,1 4-1265,4-3-134,3 4 1,7-6-109,-1 7 1,1-4 100,-1-1 0,1 0-450,-1 5 0,5-5 215,1 1 1,-1-1-212,-5 5 1,1 0 144,-1 0 1,1 0-226,-1 0 0,1 2 235,-1 2 0,-4 3 114,-1 2 1,-4 4 180,5-4 0,-7-1-48,2 2 10,3-1 0,-7 5-100,4 1-193,-3-7 0,-2-1-380,0-2-109,0-3 45,0 4 385,-7-6 1,4 0 365,-6 0 0,-1-6 0,-4-2 0</inkml:trace>
  <inkml:trace contextRef="#ctx0" brushRef="#br0" timeOffset="2923">3599 218 7849,'-8'-10'161,"3"1"264,4-1-467,1 2-379,0-4 17,0 10 404,0-4 0,13 12 0,3 2 0</inkml:trace>
  <inkml:trace contextRef="#ctx0" brushRef="#br0" timeOffset="3359">3831 517 8029,'0'-10'2683,"0"1"0,0 4-1833,0-4 1,4-1-455,1-4 0,0 0-142,-5-1 0,5 1-199,0 0 1,1 1 116,-1 4 1,-3-4-266,2 4 142,-2 2-1,0-4-1286,2 6 255,-2 1 503,11 4 0,-10 4 181,7 1 0,-5 5-13,4-6 0,-4 8 345,5-3 0,-6-1-153,6 1 0,-5-1 111,5 2 1,-6 1-72,6-6 0,-5-1 411,4-4 0,-4 0-155,5 0 1,-5 0 77,4 0 1,-4 0-18,5 0 0,-5 0-40,4 0 0,-1-1-28,2-4 0,-2 2-56,-3-7 1,-2 3 349,7-3-248,-7-3-163,10 5 0,-10-1-264,7-1-590,-7 7 584,3-3 0,-4 8-35,3 2 0,-4-1-434,4 7 0,2-1 1,-3 6-288,0-1 94,4 0 1,-7-4 343,4-1 0,3 1-93,2 4 1,-2 0 327,1 0 1,-5-4 300,0-1 0,11 1 0,1 4 0</inkml:trace>
  <inkml:trace contextRef="#ctx0" brushRef="#br0" timeOffset="3716">4351 360 7849,'-8'-6'2081,"-5"4"-1599,12-4 25,-6 6-84,1 0-314,-2 0 0,-2 5-19,0-1 1,7 8-163,-2-3 0,2-1-285,-2 1 1,4 1 244,-4 4 0,3-4 2,2-1 1,0 1 3,0 4 497,0-6-253,7 4 1,1-10-78,6 3-8,1-4 0,-1-1 75,1 0 0,-2-6 77,-4-3-68,4 2 1,-7-5 30,4 2 1,1 2-39,-6-1 1,5 4 349,-5-5-929,-1 7 199,-4-3 65,7 6 1,-4 0-408,7 0 92,-7 0 0,8 6 48,-6 4-146,0-4 0,0 7 0,1-4-99,2 4 1,-3-4-79,5 1 775,-1-7 0,6 10 0,-1-5 0</inkml:trace>
  <inkml:trace contextRef="#ctx0" brushRef="#br0" timeOffset="3942">4684 118 7849,'-7'-14'1932,"6"6"1,-6-5 49,7 4-1110,-6 2-100,4 1-429,-4 6-539,6 0 0,0 6 107,0 4 1,0 4 0,0 5 60,0 5-230,0-4 1,5 7-1,-1-3-678,0 3 263,-3 2 0,4-1 175,0 0 1,4-4-313,-4 0 1,2-2-1,-4 3-261,2-1 1071,0-6 0,1 8 0,2-3 0</inkml:trace>
  <inkml:trace contextRef="#ctx0" brushRef="#br0" timeOffset="4126">4655 374 7849,'-8'-6'878,"-5"5"1,11-7 0,-4 4 2041,-1 0-1782,6-1-522,-6 5-356,7 0 0,0-2-22,0-2 0,2 2-63,3-3 0,-2 4 1,7 1-792,1 0 477,2 0 0,-4 0-628,1 0 1,0 0-938,4 0 1,1 0 1703,-1 0 0,0 0 0,1 0 0</inkml:trace>
  <inkml:trace contextRef="#ctx0" brushRef="#br0" timeOffset="4469">4958 417 7828,'5'-9'1309,"0"-1"1,0 5-72,-5-4-260,6-1 0,-4 1-363,3-1 0,-2 1-254,2-5 0,-4 4 7,4 1-134,-3-1-379,-2 2 1,0 0-200,0 4 225,0 2 0,-2-4-113,-3 6 1,2 1-58,-7 4 0,6-2 122,-6 7 1,5-1 0,-3 5-170,2 1 1,-4-1 124,5 0 1,0 5 65,5 0 0,0 0 103,0-5-96,0 1 4,0-1 1,2 0-29,3 0 0,-2-4-161,7-1 1,-1-5-196,6 0 0,-1-2-292,1-2 1,-1 0 0,1 0-236,-1 0 1045,1 0 0,-1-13 0,0-3 0</inkml:trace>
  <inkml:trace contextRef="#ctx0" brushRef="#br0" timeOffset="4893">5291 332 7849,'-8'-10'0,"3"1"1358,3 6 1,2-10 869,0 3-1252,-6 4-749,4-7 41,-10 12-319,4-5 0,-2 7 0,0 4-64,-1 4 1,3 4-321,-2 1 1,6 5 78,-6 0 0,7 2-970,-2-2 884,3-3 0,2 9 0,0-6-187,0-2 0,0-6 579,0-1 1,7-7-16,2 2 1,4-4 81,2-1-95,-1 0 1,5-8 0,1-4 205,-3-6 1,1-7 101,1 1 0,-3-4 483,4-5-557,-4-4 1,-2-7 661,1-4 0,-6 4-339,1-3 1,-5 9 0,3 4 526,-2 4 0,-1 8 269,-5 3-672,0 10-811,0 2 1,-5 20 137,0 6 0,-1 6-87,1 4 1,3 4-12,-2 0 0,2 7-343,2-2 1,0-3-391,0-2 1,2-1 302,2 1 0,0-3-76,5 3 0,-4-8 21,5-1 653,-7-6 0,16 2 0,-3-6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42.88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189 44 7849,'-7'-8'1217,"4"-4"-213,-7 7-131,7 1-677,-10-3 1,10 6-145,-6-4-7,5 3 1,-9 9 138,4 2 1,1 6-101,-2 4 0,7-1 49,-2 6 0,2-5-88,-2 5-1,4 0 0,-6 5 0,7 0-211,0 0 123,0 6 0,2-4 0,1 3-225,2-4 1,6-1-472,-1 0 502,-4-7 1,5 4-33,-6-7 1,5 6 0,-5-6-163,-2-2 1,0-5 39,2-3 1,-4-4-111,4 5-563,-3-7 1065,-2 3 0,0-6 0,-7-6 0,-1-2 0</inkml:trace>
  <inkml:trace contextRef="#ctx0" brushRef="#br0" timeOffset="200">1 405 12679,'8'0'-79,"0"-5"-673,-3 0 1,3 1 574,6 4 0,1 0-1216,-1 0 0,2 0-52,3 0 1445,-3 0 0,12 6 0,-6 2 0</inkml:trace>
  <inkml:trace contextRef="#ctx0" brushRef="#br0" timeOffset="349">377 419 7849,'0'10'-27,"0"0"198,0-7 0,5 5 310,-1-3 1,1-2-43,-5 7-16,7-7-770,-6 10-245,12-12-408,-11 12 1,6-6 394,-3 2 605,-4-2 0,6-1 0,-7 2 0</inkml:trace>
  <inkml:trace contextRef="#ctx0" brushRef="#br0" timeOffset="533">319 275 7849,'-8'-8'796,"1"-5"-847,7 11-457,0-10-284,0 10 1,0-6 394,0 3 159,7 4 238,-6-6 0,12 7 0,-5 0 0</inkml:trace>
  <inkml:trace contextRef="#ctx0" brushRef="#br0" timeOffset="750">507 130 9338,'0'15'993,"0"-1"0,0 6-743,0-1-137,6 7 1,-3-2 0,5 8-46,-1 1 0,4 1-332,-1-5 1,-2 5-359,1 0 0,1-1 224,5-4-543,-7-6 0,3-2 0,-5-7 941,2 1 0,2-1 0,4 0 0</inkml:trace>
  <inkml:trace contextRef="#ctx0" brushRef="#br0" timeOffset="950">521 391 7094,'-8'0'3836,"2"0"-3175,-1 0-317,6 0-325,-6 0 0,9 0-429,3 0 1,3 0 295,6 0 0,1 0-996,-1 0 1,2 0 248,4 0 156,-4 0 0,6 0 705,-3 0 0,-3-7 0,5-1 0</inkml:trace>
  <inkml:trace contextRef="#ctx0" brushRef="#br0" timeOffset="1443">868 318 7228,'0'-8'3361,"0"0"-2059,0 3-519,0 4-572,0-6 1,-6 7 260,-4 0-268,4 0 1,-7 0 0,5 2 68,0 3 0,-5-2-156,3 7-333,4-1 291,-7 6-219,11-1 1,-4-4 44,6-1 203,0 1-277,0-2 0,2 3 0,2-4-54,6 1-84,-3-5 0,5 8 0,-2-4-32,3 1 1,0-3-155,-4 4 225,4 1 0,-5 0-369,7-1 190,-7-6-56,5 10 337,-12-5 1,6 2-11,-7 0 350,0-7 0,-2 8-201,-3-6 1,-3 0 0,-5-4-285,4 4 1,-4-3 154,3 2-1551,4-2 952,-7-2 759,5 0 0,-7 0 0,1 0 0</inkml:trace>
  <inkml:trace contextRef="#ctx0" brushRef="#br0" timeOffset="1751">1692 174 7849,'0'-15'0,"0"1"910,0-1 1290,0 1-1493,0-1 1604,0 1-2082,0 6 0,0 3-181,0 10 0,2 5 129,3 9 0,-4 3 167,4 7-339,-3 0 1,3 0 0,1 0-1318,2 0 882,-5 0 0,5 0 88,-3 0 0,-2-2-1208,7-3 0,-7 2 526,2-7 0,-2 5-123,2-5 1147,-3-6 0,4 0 0,-6-5 0</inkml:trace>
  <inkml:trace contextRef="#ctx0" brushRef="#br0" timeOffset="2144">1606 318 7332,'0'8'2566,"-7"-1"-1644,6-7 518,-6 0-332,7 0-210,0 0-1081,7 0 0,1 0-140,6 0 0,1 0-104,-1 0 0,5 0-542,1 0 1,-1-2 293,-5-3 0,6 4-764,-1-4 1116,0 3 1,0-3 0,1 1 322,-3 0 0,-1 1 0,-1-2 0,-1 4 0,1-4 0,-2 2 0,-4-2 0,4 3 0,-10-4 0,7 6 0,-7 6 0,2 4 217,-3-4 1,-2 7 195,0-3 1,-2 3 94,-3 1 0,4 5 0,-4 1 341,3-3 1,2-5 353,0-3 222,0 1-791,0-2 237,7-2 0,-4-6-422,6 0 1,-1-1 0,4-4 461,-3-5-738,-5-3 0,4-1 1,-5 0 135,2-1-569,-1 1 0,-4-1 1,-1 1-640,-4-1-1461,-9 7 0,-4-5 141,-6 4 2219,6 2 0,-9-6 0,4 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40.73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1 385 7338,'1'-8'-499,"4"3"3011,-3-3-1226,4 6 1,-6-4-1159,0 6 0,0 2 53,0 2 1,0 4-119,0 7-10,0-1 0,0 0-68,0 0 1,5 5-1,0 0-146,-2-1 1,-1-7-386,-2-2 354,0 1 326,0-2 0,1 3 8,4-7 0,-2 1 220,7-5 1,-7-6 47,2-4-240,3-2 1,-6-7-96,2 0 1,3-2 0,-2 4 77,-2-2 1,3 0-83,-1 5 1,0-1 177,-5 1-132,6 0-335,-4 0 1,6 6-603,-3 3 503,-4 3 1,11 4-11,-8 3 104,8 3 0,-4 1 43,6 1 0,-4-1 0,-1 4-36,3-4 0,-4 2 152,1-6 1,-4 5 240,5-6 1,-2 3 154,2-3-254,2-2 0,-8 4 238,5-6 0,-4 0 82,5 0-121,-1-6 0,4 3-30,-3-7-52,3 1 1,-10-1 225,6 1-263,-5-1 0,4 2-192,-3 4 231,-4-4-1441,6 6 722,-7-4 189,0 12 0,4 2-219,1 6 1,0 2-794,-5 3 970,0-3 1,5 5-637,0-7 0,6 5 645,-1 0 0,-2-2 1,1-6 365,2-1 0,9-1 0,2 5 0</inkml:trace>
  <inkml:trace contextRef="#ctx0" brushRef="#br0" timeOffset="258">565 385 7849,'-5'9'-186,"0"1"1,-5-6 2112,5 6-1500,1-1 0,4 6-66,0-1-367,0-6 1,0 4-1,1-4-132,4 0 0,-2 5-96,7-4 385,0-2 1,4-1 174,0-6-45,-6 0-148,5 0 1,-6-6-82,2-4 1,-2 2 66,-7-1 1,0-1-876,0-4 273,0 0 0,0 0-559,0-1 0,-2 6 582,-3-1 0,2 7-448,-6-2 908,5 4 0,-9 1 0,5 0 0</inkml:trace>
  <inkml:trace contextRef="#ctx0" brushRef="#br0" timeOffset="941">796 356 7849,'0'-14'246,"0"0"154,0-1 0,0 1 14,0 0 551,0 6 1,-7 2-420,-2 6 1,1 1-323,-2 4 1,5 3-147,-4 6 1,4 5 150,-5 0-451,7 6 0,-3-7 0,6 4 130,0-1 0,0 2-98,0-4 1,0 0-69,0-4 0,1-1-391,4 0 552,-3-6 1,10-2 375,-2-6 1,3 0-72,1 0-144,-6-6 1,5-2 0,-3-6 23,3 0-38,-5-7 0,3-1-49,-6-7 1,5 1 0,-6-1 51,0 1 1,2-1-60,-1 1 1,0-1 445,-5 1-287,0-1 0,4 7 338,1 3 0,0 3-79,-5 2 0,0 5 230,0-1-731,0 7-256,-6-3 1,2 12 265,-5 4 0,1 2-95,-2 2 145,-3 7 0,10 1-234,-7 7 1,7-6-7,-2 1 0,4 0 1,1 4-216,0 1 1,0-1 56,0 1 1,0-5 213,0-1 0,6-5 22,4 1 56,9-3 0,-3-4 290,3-2 1,-1-4 0,0-6 14,1 0 0,5-2-83,-5-2 0,1-4 221,-6-6-154,1-1 1,-2-4-48,-4 0 0,2 0 0,-4 5-68,1 0 0,-5 0-21,2-1 55,-4-5-170,-1 4 0,0-5 74,0 7 1,-1 6 18,-4 3-169,3 4 0,-9 2 29,6 4 328,-6-3 0,8 10 0,-5-2 2,1 3-165,3 1 1,4 0 0,0 0-72,0 1 0,0-1-132,0 0 0,1-1 94,4-4 1,-2 4-102,7-4 1,4-1-4,6 2 1,1-7-263,-2 2 0,-1-4-801,6-1 907,-7 0 1,9-1 0,-5-4 347,1-5 0,-4-9 0,3-3 0</inkml:trace>
  <inkml:trace contextRef="#ctx0" brushRef="#br0" timeOffset="1149">1316 0 7849,'0'10'-12,"0"-1"1,0 1 739,0 4 0,0 0-82,0 0 0,5 2 693,0 3-1083,0-3 0,-4 11 0,3-3-8,0 2 1,6 4-607,-5 4 0,6-4-70,-1 3 0,-4-4-2003,-1-6 1798,3 4 1,-5-11-1,5 3 633,-1-3 0,4-2 0,-3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7:53.08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73 674 7849,'-8'0'106,"-5"6"1,10-4 846,-7 3-409,7-4 271,-4-1-146,1 0-303,4 0 0,-6-1 62,4-4-270,2-3 1,-4-2 163,6 1-164,0-1 1,0-4 0,0-1-105,0 1 42,0-1 1,0 6-13,0-1-397,0 0 0,0 1-375,0-1 219,0 7 0,1-4 0,4 7 50,5 0 1,-2 0-107,1 0 276,1 0 1,4 2 12,1 3 1,-1-2 0,1 5 17,-1-1 1,1-1 218,-1-1 0,-4-4 36,-1 4-37,1-3 215,4 4-154,1-4 1,-1 4-17,1-6 0,-6 0-101,1 0 147,0 0 1,-2-6-108,-3-4 250,3 4 1,-7-7 0,4 3 373,-3-3-442,-2 5 0,0-4 360,0 2 0,0-3 135,0-1-383,0 6-121,-7-5 0,4 11-269,-7-3 136,1 4 1,-1 1 0,2 1-94,2 4 1,-4 3-67,5 7 1,-4-1 135,4 1-139,0 5 0,5-4 37,0 4 0,0 1-83,0-2 1,6 0-232,4-4 0,3-1 45,1 1 0,1-3 0,-1 0-283,1-3 390,6-5 0,-5 2 1,3-6-210,-3 0 1,-3-2 38,-4-2 1,4 0 432,-3-5 0,-4-1 0,7-4 0,-5-1 0</inkml:trace>
  <inkml:trace contextRef="#ctx0" brushRef="#br0" timeOffset="424">521 529 7849,'0'-9'648,"-2"1"5,-2 1 194,2-4-530,-4 10-188,-1-6 1,4 7 121,-7 0 0,5 0-159,-4 0 1,6 2-268,-2 3 161,-3 3-433,6 6 0,-4 0 273,6 1 1,0-1-100,0 1 148,0-7 1,1 3-18,4-6 1,-2 0 84,7-5 0,-5 5 461,4-1-194,1 1 1,0-6 84,-1-4-186,1-3 1,0-2 203,-1 0 0,-1 1 158,2-6 1,-2 1 14,-3-1 16,-4 1-106,12 0-236,-11-1-356,4 7 0,-4-3-353,3 6 263,-4 0 0,6 12 0,-7 2-37,0 4-335,0 2 1,5-1-1,1 0-707,2 1 755,2-1 0,4 1 304,1-1 1,-6-6 305,1-3 0,-1-3 0,0-2 0,10 6 0,-3 2 0</inkml:trace>
  <inkml:trace contextRef="#ctx0" brushRef="#br0" timeOffset="658">752 96 7849,'-4'-15'226,"-1"1"1,-2-1 359,2 1 1,4 4-29,-4 1 351,3 5 1,2-4 110,0 4-976,0 2 0,0 7-4,0 9 0,0 10 82,0 0-10,0 4 1,5 5 0,2 3-10,1 1 0,-3 1-270,4 6 0,-1-6-266,2 1 0,1-5-1362,-6 4 1311,6-6 1,-4 8 0,4-6-901,-2-2 1,-4-8 1383,5-4 0,0-4 0,4 5 0,0 1 0</inkml:trace>
  <inkml:trace contextRef="#ctx0" brushRef="#br0" timeOffset="1307">1446 428 7849,'-1'-14'222,"-4"-1"0,3 1 370,-3-1 1,-1 6-71,1-1 0,-1 5 582,1-4-862,3 5 0,-10-2 226,2 6-384,-3 0 0,-1 6-16,-1 4 1,2 3-118,4 1 129,-4 1 0,10 1-87,-7 3 1,5-3-111,-5 4 1,7-4 0,-2-2-949,4 1 886,1-1 0,0 0-138,0 1 1,5-5 0,1-2-138,2-2 346,2-1 0,-1-5 84,1 0 0,0 0-130,4 0 0,1-7 102,-1-2 0,0-4 0,1-3 15,-1-3 1,-4 1 155,0-6-107,-7 0 0,8-2 1,-6-1-57,-2-4-6,-1-1 1,-2-2 910,0 1 1,0-1-283,0 5 0,0 2 0,0 3 692,0 4-426,0 4-475,0 8 0,-2 2-418,-3 6 0,4 1-1,-4 4 0,3 5-211,2 9 0,0 4-270,0 5 401,0 1 1,0 0 0,0 0-968,0 0 677,7 0 0,-4 0 0,5 0-722,-2 0 0,6-2 475,-3-3 217,4 4 0,2-8 0,1 4-332,3-4 781,-3-11 0,11 4 0,-4-5 0</inkml:trace>
  <inkml:trace contextRef="#ctx0" brushRef="#br0" timeOffset="1725">1793 370 7930,'-1'-12'244,"-4"2"422,3 4 0,-4 4 1,4-1-27,-3-2 1,2 0-164,-6 5 0,4 0-180,-5 0 0,0 2 47,-4 2-340,6-2 0,-3 11 0,4-3 16,-1 2 0,0 3-275,-1-1 0,1 1 240,3-1-194,3 1 1,-4-6-27,6 1 0,0 0-281,0 4 591,0-6-141,0 5 0,1-11 60,4 2-31,3-2 1,2-4-1,-1-1-115,3-2 1,-4-4 182,1 4 0,-1-6 87,2 1 1,1 2-154,-6-2 230,6 7 0,-7-8 313,5 6-282,-6-6-797,4 9 382,-1-4-575,-4 6 282,11 0 0,-7 6-278,4 4 0,3-2-442,-4 2 801,-2-7 0,6 8 151,-4-6 1,-1 4 249,2-4 0,0 0 0,4-5 0</inkml:trace>
  <inkml:trace contextRef="#ctx0" brushRef="#br0" timeOffset="1924">1981 125 7849,'10'-10'-205,"0"0"1353,-7 7 1021,3-10-1464,-6 12-465,0-6 1,5 14 0,0 2 189,-2 4 1,-1 3-176,-2 4 1,4-3-180,1 7 1,2 5 133,-2 5-574,-4 0 0,10-5 0,-6 0-201,-2-1 0,4 1-741,-2 0 1,1-1 533,-1-4 0,-3 1-719,2-5 1491,4-1 0,-6-5 0,4 1 0</inkml:trace>
  <inkml:trace contextRef="#ctx0" brushRef="#br0" timeOffset="2133">1967 428 7849,'-8'-6'1357,"1"4"-899,7-4 1477,0-1-688,0 6-290,0-12-1065,7 5 47,1 0-289,6-5 0,1 11-622,-1-2 0,1 2-337,-1 2 0,1 0 603,-1 0 1,0 0-254,1 0 959,-1 0 0,7-6 0,2-2 0</inkml:trace>
  <inkml:trace contextRef="#ctx0" brushRef="#br0" timeOffset="2576">2429 356 7849,'0'-10'2302,"0"1"-841,0 5-542,0-8-741,0 10 1,0-6 0,-1 5-187,-4-2 0,2 0 182,-7 5 0,1 2 26,-6 3 0,1-2-251,-1 6 85,1 1 0,4 5-261,0-1 0,2 0 0,-3 1-694,2-1 490,5 1 0,-2-1 106,6 1 1,0-6 609,0 1-326,0-7 138,0 4 0,6-7 1,4 0 92,3 0-96,1-7 0,1 4 73,-1-7 0,-4 1 83,-1-6 1,-1 1 158,2-1 0,1 6 0,-6-1 520,-2-1-262,5 4-508,-6-5 0,6 10-840,-3-3 533,-4 4 0,8 1-105,-5 0 0,0 0-144,5 0 1,-4 6-387,5 4 0,-6 2 0,6 3-1729,1-1 2089,-4 7 1,4-5 422,-6 4 0,6 2 0,-3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8:18.22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29 550 8479,'0'-10'1364,"0"1"-490,0-1 0,0 0 474,0 1-805,-6 6 0,4-5-386,-3 3-96,4 3 0,1-3-22,0 10 0,-5 3 129,0 7 0,0-1-146,5 1 0,0 4 0,0 2 209,0 1-632,0-4 1,0 4-1,0-4-18,0 1 57,7-6 0,-6 0 229,4-3 0,2-2 113,-3 1 152,1-5 230,2 2 1,-1-8 10,4-2 0,-4-5-115,-6-5 0,5 0-69,0-1 1,0 1 170,-5-1-443,6 1 0,-4-1-450,2 1 1,0 6 0,-1 1-300,2 1 535,6 4 1,-3-4 53,6 6 0,-4 6-445,0 4 485,-1-4 1,6 7-227,-1-3 1,2 1 131,4-1 1,-4 3 268,3-4 1,-3-1 453,-2 2 1,1-7-163,-1 2 0,1-3 99,-1-2 0,-1-2-16,-3-3 178,-4-3 1,-1-6-131,0-1 1,0-4 164,-5 0 1,0-5 0,0 3 44,0-2 0,0 5 106,0-1-551,0-3 1,-5 6 250,0-4-680,0 11 1,5 1 287,0 3-391,-6 3 0,4-3 231,-3 10 1,4-2 0,1 7-630,0 1 494,0 2 0,0 7-207,0-1 0,0 0 111,0-4 1,1-1 120,4 0 1,-2 1 98,7-1 0,-5 1-37,5-1 0,-1-4 96,6 0 0,-1-7 1,1 2-305,-1-4 450,0-1 1,-4 0 0,0 0 302,1 0-231,2 0 0,-4-6 46,1-4 1,-5-3 214,5-1 0,-7-1-126,2 1 0,-4-2 0,-1-2 193,0-1-296,0 0 0,0 9 204,0 0 55,0 1 1,0-1-150,0 0 1,-1 7-463,-4-2 1,2 4-38,-7 1 1,5 5 0,-3 1-274,2 2 372,1 2 1,3 9-78,-3 0 0,4 2-29,-4-2 1,3-3 78,2 4 0,0-3-68,0 3 0,5-4 104,0 3 1,6-8 52,-1-1 1,4-5 0,4 3-426,1-2 259,1-1 1,-1-5-250,0 0 1,2 0 0,-3-2-287,1-2-263,0 2 0,-9-11 28,-1 3 1007,1-2 0,5-9 0,-1-2 0</inkml:trace>
  <inkml:trace contextRef="#ctx0" brushRef="#br0" timeOffset="317">738 102 8330,'0'-8'3553,"0"-5"-2668,0 11-602,0-4-170,0 6 1,0 8 0,0 5 74,0 4 1,4 11-102,1 1 1,7 1-113,-3 9 1,-1-2-804,2 1 547,0 4 0,-1-5 0,1 6-2331,1 1 2143,-5-7 1,7 3 468,-3-6 0,3-1 0,1-4 0</inkml:trace>
  <inkml:trace contextRef="#ctx0" brushRef="#br0" timeOffset="575">926 15 8479,'-8'0'523,"1"-2"1746,7-2-1531,0 2-418,0-4 1,0 7 114,0 4-210,0 3 0,2 13 0,3 5 835,4 6-759,-2 5 0,6 6-392,-4 0 1,4 2-1,1 2 390,1 1-1347,-1 0 0,-4-6 25,0-3 1,-2-1-1,3-7-1777,-1-4 2800,-7-8 0,10 2 0,-5-6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8:27.98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174 1981 8479,'0'15'0,"0"-1"249,0 1 0,0-1 335,0 1 737,0-7 282,0-2-1156,0-6 1,2-6-173,3-4 0,-2-9 16,6-5 1,1-10-123,5-5 1,1-7 104,3-2 1,5-12-260,10 2 0,4-9 110,10-1 1,7-4-352,-22 33 1,2 1-1,1-2 1,3 0 170,6-4 0,2 1 0,0-1 1,2 1-41,4-1 0,0 1 0,-5 6 1,0 0 84,1 3 0,-1 1 0,-6 3 0,-1 1-73,36-24 0,-7 3-403,-3 6 0,-4 7 181,4 4 1,-11 2 0,1 4-389,-6 3 0,0-2 254,-7 7 0,-4 4-62,-11 6 0,-7 5-1414,-2 0 1895,-4 2 20,-8 2 0,-2 6 0,-6 2 0</inkml:trace>
  <inkml:trace contextRef="#ctx0" brushRef="#br0" timeOffset="681">1 1981 8479,'0'-14'748,"0"-1"0,0 6 710,0-1 205,0 7-880,0-4-320,0 7 0,4 2-149,1 3 1,5 5 39,-5 9-341,6-3 0,-8 10 185,7-7 1,-7 5-246,2-5 0,1 2 115,-1-2 0,5-3-126,-5 4 24,-1-4 1,1-2-106,0 1 0,0-6-25,-5 1 256,6-7 0,1 5 339,2-3-292,4-3 0,-10 2 0,7-7 75,1-2-158,2-12 0,2 7 0,-1-11-81,1 0 0,-1 0 63,0-3 1,1-1-194,-1 5 1,1 1 217,-1 5-43,1-1 1,-6 1-42,1-1 36,-7 7 1,4 0 58,-7 3-8,0 4 303,0-6 1,-2 12 0,-3 0 191,-4-2-406,-11-1 1,3 3-238,-7-1 0,-1 1-263,-3-5 1,-1 0-365,0 0 0,0 0-782,0 0 0,6 0-2668,4 0 4159,3 7 0,2 1 0,-1 6 0</inkml:trace>
  <inkml:trace contextRef="#ctx0" brushRef="#br0" timeOffset="1633">2343 405 8479,'-7'-8'302,"6"2"0,-7 1 0,5-1 566,-2-2 1,-5 3-176,5-5 1,-1 7-283,1-2 0,2-1 337,-7 1-477,7 0 1,-10 5 127,3 0-213,-2 0 1,2 2 0,0 2 401,-1 6-812,-2 3 1,0 1 137,4 1 0,-2 1 0,4 2-652,-1 1 1,5 2 437,-2-2 1,3-3-99,2 3 0,0-3 17,0-1 81,7-1 1,1-6 0,5-1 241,-4-1 0,4-4 9,-3 3 1,3-5 408,1-5 0,1-3-91,-1-7-28,1 1 0,-1-2 0,0-2 17,1-1 0,-5-2 8,-1 2-187,1 3 1,3-5-1,-2 6 133,-1 1-55,-7-1 0,5 3 0,-5 0 341,2 3-817,0 5 303,-5-2 0,0 12 76,0 4-46,0 3 0,0 3 0,0 2-173,0 1 0,0 5 80,0-5-962,6 1 0,-4-6 1,4 1-2307,1-1 2126,1 0 1221,0 1 0,4-1 0,-3 1 0</inkml:trace>
  <inkml:trace contextRef="#ctx0" brushRef="#br0" timeOffset="1858">2487 73 8475,'0'-15'1418,"0"1"2086,0-1-1971,0 7-127,0-4-1066,0 10-200,0-4 0,0 12 247,0 4-265,0 2 0,0 9 1,2 3-254,3 4 0,-2 2-299,7 4 1,-5-2-835,4 7 0,-1-6 539,2 6-710,3-7 1,-10 10 0,7-5 90,1 0 1,-3-2 1343,1-6 0,1 0 0,5 0 0</inkml:trace>
  <inkml:trace contextRef="#ctx0" brushRef="#br0" timeOffset="2081">2632 102 8479,'0'-10'753,"0"0"0,0 6 488,0-6 655,0 7-1086,0-10-536,0 11 1,2-3 235,2 10 0,-2 3-167,3 7 1,-2 4 87,2 0 0,-2 9-19,7 1-618,-7 0 0,8 7 0,-4-3-324,1 0 0,0 1-700,1-5 1,4 5-1121,-3-1 0,-2 0 2350,1-9 0,1 3 0,5-5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8:31.45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217 102 8479,'0'-10'-1105,"0"1"2028,0 5 0,0-8-184,0 2 0,0 2 181,0-2-5,0 7-495,0-10 0,-5 10-327,0-7 0,-1 7 155,1-2 1,2 4-18,-7 1-76,1 0 1,-1 0 0,0 1 113,-1 4 0,0-2-134,1 7 0,-3 1 113,4 9-98,2-4 0,-4 6-176,6-3 0,-4-3 16,4 4 1,0 2 0,5 1-115,0-1 12,0 6 0,0-11 1,0 6 40,0-2-62,7 4 1,-1-7 0,5 4-140,-1-1-258,-7-1 0,8-1 165,-6 0 1,5 0-1,-5-4-1210,-2-1 1060,-2 1 0,1-6 0,1 1-371,2 1 0,0-3-553,-5 2 1439,0-7 0,0 4 0,-7-7 0,6 0 0,-12 0 0,5 0 0</inkml:trace>
  <inkml:trace contextRef="#ctx0" brushRef="#br0" timeOffset="225">29 377 8479,'-9'0'787,"-1"0"1182,7 0-618,-4 0-258,7 0-447,0 0 0,7 0-947,2 0 1,4 0-765,2 0 742,-1 0 0,2-2 0,3-1-1562,6-2 0,-5 0 793,0 5 1092,2 0 0,1-13 0,6-3 0</inkml:trace>
  <inkml:trace contextRef="#ctx0" brushRef="#br0" timeOffset="508">333 377 8479,'-5'9'-377,"0"1"-375,-6 0 1616,3 4 0,0 1 1984,3-1-2155,3 0 0,2 1-367,0-1 0,2-4-177,3 0 34,-4-7 0,12 3 0,-3-6 177,3 0 0,1 0 29,1 0-343,-1 0 0,1-1 185,-1-4-155,-6-3 0,3-7-229,-6 1 1,0-1-125,-5 1 1,0 0-488,0-1 0,0 5 437,0 1-1137,0-1 0,-6 0 545,-4 1 0,-3 6-390,-1-2 917,-1 3 1,1 2-393,-1 0 784,1 7 0,-1 1 0,1 6 0,6 1 0,-11-1 0,2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8:40.85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29 448 8479,'0'-9'2351,"-6"-3"-1506,4 10 1,-6-4 5,3 6-705,4 0 1,-6 1-175,7 4 1,0 3 40,0 7 1,0-6-251,0 1 0,2-1 0,3 6-49,3-1 1,6-1 358,1-3 0,-6 1-69,1-6 319,0 0 1,4-5-175,0 0 0,-1-2 66,-3-3 0,-2 2-33,-3-7 1,-4 1 191,4-6 0,-3 6-257,-2-1 1,-2 0-147,-3-4 0,-1 4-363,-4 1 1,-3 5-304,4 0 0,-4 0-1627,-1 0 1870,5 2 0,-3-4 1,4 7-1391,0 4 1842,1-3 0,1 10 0,-2-3 0</inkml:trace>
  <inkml:trace contextRef="#ctx0" brushRef="#br0" timeOffset="434">318 129 8479,'-1'-17'1135,"-4"2"1727,3-9-2041,-4 8 1,4-5 1065,-3 7-577,4-1-727,-6 14 0,7-4-346,0 10 1,0 4 77,0 11 1,-4-3 204,-1 7 1,0 1-288,5 3 0,0 6-233,0 0 0,0 0 289,0-5-458,0 6 1,2-5 0,1 3-333,2-8 1,6 6-744,-2-7 0,4 6-339,2-6 1,-6-3-37,1-1 607,0-4 1,-1-2-376,1 1 489,-7-7 724,4-2 1,-9-8 150,-3-2 0,2-1-166,-7-10 1,2 7 122,-1-11 1,-4 9 398,3-9 1,2 11 140,-2-6 0,6 2 398,-6-2 0,7 4-277,-2 1 0,3 4 261,2-5 0,-4 5 16,-1-4-295,0 6-96,5-4-453,6 1 0,-2 4 0,5-3-641,2 4 0,7 1-545,1 0 1,2 0 1157,-1 0 0,2-7 0,7-1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8:35.90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1 304 8371,'0'8'349,"0"5"1,0-10-276,0 7 1,0-5 172,0 4-299,0 1 1,0 5 250,0-1-281,0 1 0,4-1 27,1 0 0,2-4 67,-2 0 0,-2-7-127,6 2 1,-4 1 141,5-1-24,-1 0 102,6-5 1,-5-2 346,-1-3 0,1-3-174,4-6 0,-4 4 196,0 1 1,-6-1-128,6-4-222,-7-1 0,5 2 0,-4 2-46,0 1 154,8 1-300,-11-6 0,7 2-20,-3 4-338,-3 2 158,4 1 89,-6 4 1,0-3 197,0 10 1,5 3-58,0 7 44,0-7 0,-5 5 0,1-4-88,4 4 0,-3 2-108,2-1 0,3 1-21,-2-1 0,4-4-592,-4-1 414,6-6 1,-7 9 0,4-6-937,-2 2 829,5-5 1,-8 4 494,7-7 0,-7 0 0,10 0 0,-5 0 0</inkml:trace>
  <inkml:trace contextRef="#ctx0" brushRef="#br0" timeOffset="291">449 434 8479,'0'-9'2054,"0"-1"0,0 5-1177,0-4 1,0 4 195,0-5 1,0 5-419,0-4 0,0 4-203,0-5 0,-5 5-454,0-4-359,0-1-300,5-4 507,0-1-492,0 1-653,0-1 71,0 1 0,7 1-308,2 3 0,4-1 458,2 6 0,-1 1 1078,1 4 0,6-7 0,1-1 0</inkml:trace>
  <inkml:trace contextRef="#ctx0" brushRef="#br0" timeOffset="2684">940 304 8479,'-6'8'132,"4"5"404,-4-5-286,0 7 1,4-1-106,-3 1 1,4-1-233,1 1 1,1-6 23,4 1 0,-2-2 201,7 1 0,-1-1-155,6-3 1,-1-3 98,1 3 1,-1-4 130,1-1-79,-1-6 112,1-2 1,-3-8 0,0-2 47,-3-1 1,-5-2 125,0 2 1,-2 3-455,-2-4 1,0 3 163,0-3-56,0 4 1,-5-5 0,-1 9-122,-2 2 1,-2-1-191,-4 6 0,-1 0 13,1 5 0,-1 0-281,1 0 0,1 2 68,3 3 0,-3-2-111,4 6 0,2 1-42,3 4 1,-3 1 93,2-1 0,1 1-201,4-1 697,0 1 0,0-7 0,6 11 0,2-3 0</inkml:trace>
  <inkml:trace contextRef="#ctx0" brushRef="#br0" timeOffset="2984">1215 362 8479,'0'-10'1745,"0"1"1,0 4-423,0-5-772,0 7 0,0-10 256,0 4 1,5-4-498,0-2 1,0 1-259,-5-1 0,4 6-183,1-1 0,2 5 196,-3-4 1,-2 4-1292,3-5 535,3 7 349,0-3 0,5 7 12,-4 4 8,4-3 0,-5 11 0,7-4-249,-1 4 1,1-3 50,-1-1 0,1 1-213,-1 4 1,1-4-100,-1 0 359,0-7 1,-4 8 0,0-6 472,1-2 0,2 5 0,1 0 0</inkml:trace>
  <inkml:trace contextRef="#ctx0" brushRef="#br0" timeOffset="3277">1866 30 8479,'0'-8'946,"0"0"598,0 3-6,0 3-755,0-4-671,0 6 162,0 0 1,0 6 16,0 4 1,1 7-91,4 3 1,-2 1-153,7-2 1,-7-1-2709,2 6 1969,3-7 1,-5 9 0,5-7 689,-1-1 0,4 4 0,-3 1 0</inkml:trace>
  <inkml:trace contextRef="#ctx0" brushRef="#br0" timeOffset="3743">1808 189 13909,'6'-8'-52,"2"1"0,7 7-187,-1 0 0,1-1-412,-1-4 0,5 3 206,1-3 1,-1 4-237,-4 1 0,1 0 271,3 0 1,-3-2-14,3-3 1,-3 4 474,-1-4 1,-6 3 19,1 2 0,0 0 109,4 0 0,1 0 62,-1 0 0,-4 0 824,-1 0-546,1 0 1,0 0 634,-1 0-552,-6 0 0,5 0 44,-3 0 0,-3-1 287,3-4-354,3 3-206,-7-4 102,6 6-219,-7-7-19,0-1 1,0-1-42,0-1-159,0 7 1,-2-8-37,-3 6 0,2-2-24,-7 3 162,7 2-537,-10-11 1,10 11-533,-6-2-198,-1 2 1,0 2-501,1 0-81,-1 0 1041,-4 0 1,1 2-337,3 2 564,4 5 1,1 0-241,0 1 0,0-1 678,5 6 0,0-1 0,0 1 0</inkml:trace>
  <inkml:trace contextRef="#ctx0" brushRef="#br0" timeOffset="4227">2343 102 8479,'0'-8'4935,"-7"1"-4238,6 7-594,-6 0 51,7 0 0,0 7-113,0 2 1,5 4-712,0 2 390,0-1 0,0 6 0,0 0-758,-2 3 1,3-5 294,-1 1 0,1 2-411,-1-2 0,-3 0 253,3-4 901,3-1 0,-7 1 0,6-1 0</inkml:trace>
  <inkml:trace contextRef="#ctx0" brushRef="#br0" timeOffset="4511">2372 131 8479,'-2'-10'419,"-3"1"594,4 5 2208,-6-9-2345,7 5 0,0-1 483,0-1-663,0 7-449,0-10 1,2 11 163,3-2-586,3 2 0,6 2 47,1 0 0,1 0-41,3 0 1,-3 0-388,3 0 0,-3 5 202,-1 0 175,-1 6 1,1-8 0,-1 5-403,1-1 1,-1 2-522,1-4 1,-7 6 561,-3-1 0,-2-2-65,2 2 660,-4-7 0,4 10-203,-10-4 0,2-1 0,-7 0-207,-1-1 0,-7-1-205,-1-1 0,0-3 560,4 2 0,-6 5 0,-1-1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8:44.06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87 419 8479,'-6'-8'2928,"4"2"0,-6 4-1402,4-3-1011,2 4 1,-6-6-37,3 7-517,3 0-18,-10 0 0,5 7 174,-2 2 0,2 0-313,7 0 0,-5 1-29,1 4 1,-1 1-59,5-1 1,1 1 139,4-1 0,-2-4 125,7-1 0,0-5 132,4 0 1,1-2 472,-1-2-312,7 0 1,-5-2-1,3-2 153,-3-6 0,-3-3 164,-3-1 0,3-1-344,-4 1 0,-2-1-486,-2 1 206,-4-7 1,-1 10 0,0-4-250,0 2 0,-1 5-441,-4-1 0,-3 5-814,-7 0 0,1 2-467,-1 2 0,1 5 996,-1 0 0,6 6-669,-1-1 1675,7 2 0,-10 9 0,5 2 0</inkml:trace>
  <inkml:trace contextRef="#ctx0" brushRef="#br0" timeOffset="267">319 101 8479,'0'-14'0,"0"-1"0,0 1 0,0 4 5574,0 1-1866,0-1-742,0-4-2119,0 5-845,6 3 1,-4 14 248,3 7 1,1 1 40,-1 8 0,0 0-459,-5 5 1,5 0 228,-1 0 1,1 4-1444,-5 1 0,5 5 56,0-6-319,6 1 0,-9 0 1,4 0 92,0-2 0,-2-3 95,5-5 0,-5 1 1456,0-5 0,4-1 0,0-5 0</inkml:trace>
  <inkml:trace contextRef="#ctx0" brushRef="#br0" timeOffset="1059">319 362 8479,'-15'-7'2160,"7"5"0,-3-6-578,6 4-150,0 2-914,5-4 1,5 4 584,0-3-675,6 4 1,-3-11 110,7 7 0,-1-6-247,1 2 0,-1-4-142,1-2 0,-1 1-188,1-1 1,-6 1 189,1-1 0,-1 1-139,6 0 1,-1-6 187,1 1 0,-6 1 14,1 9 0,-5-4 18,5 3 0,-7 2 82,2-1-679,-4 5 0,-1-1 150,0 10 0,0 5-193,0 9 306,0 4 1,0 6 0,0 0-205,0-1 1,0 1 40,0 0 1,0 3-144,0-3 1,0 3 97,0-7 466,0-5 0,2 5 0,1-9 1018,2-4-565,6 0-310,-3-4 0,7-2-193,-1-6 1,0-1-271,1-4 1,-5-5-30,-1-9 0,-1 3-291,2-4 0,3 4-20,-4 2-111,-2 0 448,6-1 0,-12 5 0,6 2-305,-1 2-162,-4 1 221,4 5 151,1 0 127,-6 0 1,12 7-47,-3 2 1,-2 2 81,1-1 1,-4 3 2,5-3 1,-5-2 285,4 1 0,1-4-92,4 5 0,-4-7 1324,0 2-936,-1-4 0,6-1-10,-1 0 1,-4 0 86,-1 0-394,-5-6 0,7-2 0,-6-7 81,-2 1 1,3-5-353,-1-1 0,2 1-278,-3 5 0,-2-2 168,3-4 0,-4 9-22,-1-3 0,0 2-133,0-2 89,0 6-37,0 1 70,-6 7 0,0 2-11,-4 3 1,-1-2-251,6 7 0,0-1 93,5 6 0,0 1 198,0 3 1,0-3 193,0 4-114,0-4 0,2-2 0,3 1 78,4-1 0,2-4-43,-1-1 0,5-1 159,-1 2 0,-4-4 99,4-6 0,-3 0-63,4 0 1,-1 0 85,1 0 1,-1-1-106,1-4 0,-6 2 219,1-7 0,-2-4 14,2-6 1,1 1-23,-6 5 1,6-1-106,-2 1 0,0-1-18,0 1 0,-4 1-179,5 3 1,-2-3-288,1 4 0,3 1-2033,-8-2 1240,8 7 1,-6-5-1874,4 3 1960,3 3 1007,-12-4 0,12 0 0,-5-2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8:42.58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0 391 8479,'0'8'4319,"0"5"-2846,0-12-186,0 6-765,0-7 0,2 0 362,2 0-737,5 0 0,3-2-218,-2-3 0,1 2-210,-6-6 1,1-1 316,-1-5 1,-3 6-229,3-1 1,-2 2-260,2-1-240,-4-4 178,6 5 290,-7-7 0,0 6 132,0-1 38,0 7 23,-7-4 1,-1 7 112,-6 0 0,4 2-54,1 3 0,4 1-87,-5 4 1,5 3-5,-4-4 1,5 4 24,0 2 1,2-1-24,2 0 55,0 7 1,0-5 0,2 4-7,2-4 0,0-3-73,5-4 0,1 2-103,4-6 0,-4 5-225,0-5 253,-1 0 0,6-5 0,-1 0-883,1 0 0,-6 0 31,1 0 1,0-2-206,4-3 0,-4-1 1216,-1-4 0,1-9 0,4 3 0</inkml:trace>
  <inkml:trace contextRef="#ctx0" brushRef="#br0" timeOffset="394">419 319 8479,'-8'-15'-124,"-3"6"1279,6-1 265,-6 7 0,8-4-389,-7 7-722,1 0 0,-6 0-262,1 0 0,4 5 152,0 0 0,2 6-355,-1-1 1,-3 3 64,8 1 0,-6 1-261,5-1 166,0 0 1,5 1-181,0-1 0,0-4 61,0 0 167,0-7 197,7 3 1,1-6-4,6 0 0,1 0-86,-1 0 1,1-5 106,-1 1 1,1-8 110,-1 3-128,0 2 0,-4-6 0,0 5 547,1 0-440,-5-4 1,6 8 135,-8-5-973,1 6 200,2-4 91,-6 7 1,7 0-325,-3 0-77,-3 7 229,11 1-628,-5 6 1,6 0-62,1 1 1240,-1-7 0,7 5 0,1-5 0</inkml:trace>
  <inkml:trace contextRef="#ctx0" brushRef="#br0" timeOffset="661">709 275 8479,'-9'0'1558,"-3"-6"0,8 4-691,-5-3 0,4 4 304,-5 1-291,7 0-456,-10 0 1,7 1-307,-4 4 0,-1-2-218,6 7 1,0 0 86,5 4 0,-1-4-226,-4-1 1,3 1 80,-3 5 1,4-1-375,1 0-7,6-6 0,-3 5 0,7-5-453,1 0 0,2 4-600,2-8 0,4 1 1592,0-5 0,7 7 0,-4 1 0</inkml:trace>
  <inkml:trace contextRef="#ctx0" brushRef="#br0" timeOffset="1053">882 44 8479,'0'-8'1150,"0"-5"0,0 10 675,0-7-147,0 7-888,0-3-684,0 6 0,0 1 264,0 4 0,0 3 140,0 6 0,0 7-534,0 3 0,0 4 126,0 1 0,2-5-117,2 0 0,0 0 10,5 5 1,-4-2-574,5-3 0,-5 2 208,4-7 1,-4 1-22,5-6 1,-6-1 53,6-4 525,-7 4-412,10-11 610,-5 4 1,2-7-208,-1-4 1,0-3-1,2-5 128,-2 3 1,-4-2 387,5 2-432,-7-3-109,10-1 0,-10 1-173,7 3 1,-7 2-255,2 3 0,-2 4-65,2-4 1,-2 3-298,7 2 0,-5 0-148,4 0 1,-4 0-175,5 0 306,-1 7 0,6-1-107,-1 4 1,-4 3-933,-1-4 1113,1-2 577,5 6 0,-1-5 0,0 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9:52.39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203 217 11512,'0'15'239,"0"-1"1,0 7-106,0 3 1,0 5-179,0 5 0,0-2 0,0 7-1004,0 1 811,7 2 0,-6-4-420,4 1 0,-3-7 0,-2 2-22,0-4 0,1-3-517,4-2 1196,-3-5 0,11-5 0,-5-1 0</inkml:trace>
  <inkml:trace contextRef="#ctx0" brushRef="#br0" timeOffset="666">73 189 7890,'-14'8'463,"6"0"0,1-5 164,1 2 0,3-1 265,-7-4-312,7 7 45,-4-5-185,7 10 116,-6-10 160,4 4 295,-4-6 9,6 0-561,6 0 0,-3 0-49,7 0-234,0 0 1,-1-6-63,1-4 1,0 2 0,4-1 294,1-3-393,-7 0 1,4-3 0,-2 1 49,3-1 0,-3 1-23,-1-1 1,-4 1 132,5-1 0,-5 1 2,4-1 164,-6 7 1,5-4-146,-3 2 1,-3 2-18,3-2 93,-4 7-1035,-1-3-121,0 6-274,0 0 0,0 6 833,0 4 1,5 3 95,0 1 0,1 0 0,-1 1 1,2 1 0,4 2 48,-2 1 0,-1 0-36,2-4 1,1-1-42,-6 1 17,6-1-81,-3 0 0,5 1 59,-3-1 1,-2-4-192,-3 0 1364,-4-7-640,6 3 32,-7-6 0,-8 0 0,-7 0 167,-7 0 0,-5 0 333,-2 0 0,0-1-426,0-4 1,0 3 18,0-3-721,6-3 0,3 7 0,5-4-859,1 3-3124,6 2 2001,1 0 289,7 0 2017,7 0 0,7 13 0,9 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9:58.10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87 87 8083,'0'-14'349,"0"-1"114,0 1 1,0-1 2461,0 1-1679,0 6-677,0 1-454,0 7 0,0 2-96,0 3 1,2 8 0,1 7 213,2 3 0,1 1-250,-1 5 1,-3 0-717,2 0 418,4 0 1,-6 0 0,4-2-1314,1-3 0,-6 2 642,4-7-716,-3 0 1702,4-4 0,-4 6 0,4 1 0</inkml:trace>
  <inkml:trace contextRef="#ctx0" brushRef="#br0" timeOffset="199">29 217 9711,'-8'0'2510,"0"0"-1081,3 0-406,4 0-770,-6 0 0,9 0 37,3 0 0,-2 0-621,7 0 1,-1-1-187,6-4 1,-1 3-1222,1-3 1353,-1 4 0,5 1 0,1 0-991,-3 0 0,-1-5 1376,-1 0 0,6 0 0,1 5 0</inkml:trace>
  <inkml:trace contextRef="#ctx0" brushRef="#br0" timeOffset="517">347 289 8083,'7'-8'344,"-6"-4"1,11 8 469,-8-5 1,6 4 630,-5-5-353,6 1-106,-9-6-558,11 1 1,-12-1 647,4 1-695,-3-1 0,-2 6-102,0-1-543,0 7 299,-7-10 1,-1 11-109,-6-2 0,-1 4 122,1 4 1,-1 4-114,1 7 0,-1-1-9,1 1-17,6-1 1,-3 1-1,4-1-223,-1 1 1,5-1 145,-2 1 1,4-1 7,1 0 0,6-1 115,4-3-279,2 3 0,3-10 0,-1 5-377,1-2 1,4-1-388,0-5 1,1 0 281,-6 0-452,1 0 0,-1-1 1257,0-4 0,1-3 0,-1-7 0</inkml:trace>
  <inkml:trace contextRef="#ctx0" brushRef="#br0" timeOffset="952">665 159 8083,'0'-9'0,"0"-1"0,0 5 439,0-4 0,0 4 651,0-5 0,0 5 1101,0-4-1625,0 5 0,-1-2 133,-4 6 0,2 0 257,-7 0-581,0 0 0,-2 2 0,0 2-282,3 6 1,4 1-61,-5-1 83,7 3 1,-8-10-75,6 7 0,0-1-126,5 6-20,0-1 0,2-1-72,3-3 1,-2 1-54,6-6-430,1 6 1,5-8 112,-1 7 0,0-5-673,1 4 872,-1-5 1,1 7-57,-1-6 0,1-1 215,-1-4 1,-4 2-283,-1 3 231,-5-4 0,4 6-11,-3-7 0,-4 2 395,4 2 0,-5-2-2,-5 3 0,-3 1 34,-6-1 1,-1 1 0,1-2 36,-1 0-88,-6 1 1,5-5-502,-3 0 0,3 0 163,2 0 1,4 0-994,0 0 0,5 0 27,-4 0 1178,6-6 0,-4-2 0,7-7 0</inkml:trace>
  <inkml:trace contextRef="#ctx0" brushRef="#br0" timeOffset="1167">795 0 10406,'2'8'2347,"3"-3"-833,-3 3-1181,4 0 0,-4 5 0,1 0 179,2 1 0,1-2-642,-1 7 0,-2 2 167,7-2 1,-6 7-1280,6-2 945,-7-3 0,9 4-936,-8-5 0,8 4 0,-4-5 76,0-1 0,0-2-356,-3-2 1513,-4-6 0,12 5 0,-5-5 0</inkml:trace>
  <inkml:trace contextRef="#ctx0" brushRef="#br0" timeOffset="1350">795 203 13286,'0'-8'4463,"0"1"-4339,0 7 0,2-5 0,3 1-60,5 0 1,-2 3-451,1 1 1,1-5-663,4 0 1,1 0-3286,-1 5 4333,1 0 0,6-6 0,1-2 0</inkml:trace>
  <inkml:trace contextRef="#ctx0" brushRef="#br0" timeOffset="1933">1229 130 8083,'0'-9'0,"0"-1"-1650,0 7 970,0-3 680,0-1 0,0 5 759,0-4 46,0 6 1841,0 0-1170,0-6-166,0 4-674,0-4 543,0 6-352,-6 0 292,4 0-603,-11 0 0,10 0 359,-7 0-546,1 0 1,-4 1-1,2 2 441,1 2-908,7 0 240,-10 1 0,7-2-171,-4 5 0,4-4 156,6 5-918,-7-7 265,6 10 394,-6-5 1,9 2-1099,3-1 856,3 1 1,6 3-189,0-4 1,1 4 171,-1-3 0,1-2 33,-1 1 1,-1-4 161,-3 5 0,1-5 268,-6 4 1,4-4 15,-4 5 42,0-7-78,-5 10 1,-6-7-119,-4 4 1,-3 1 0,-1-6-679,-1-2 605,1-1 0,-1-1-681,1 4 0,-1-3 0,1 3-339,0-4 1198,6-1 0,-5 0 0,5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1:59:56.18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160 159 8083,'0'-9'628,"0"-1"110,-7 7 136,6-4 113,-12 1-697,5 4 0,-2-6-260,1 3 0,4 4 132,-5-4 0,5 3-67,-4 2 1,4 2 190,-5 3-147,1-4-134,-6 12 0,6-10 6,-1 7 0,7-5-89,-2 5 268,-3-7-362,6 10 1,-4-10-46,6 6 91,0-5 0,1 7 38,4-6 1,3 4-58,7-4 1,-1 2 63,1-3 1,-1-2-102,1 3 1,1 1-35,3-1 0,-3 5 131,3-5 0,-3 4-80,-1-4 1,-1 1 60,1-1 0,-6-3 96,1 3 39,0 3 0,-2-5 116,-4 7 1,-2-6 21,-2 6 1,-2-7-120,-2 2 0,-6 1-14,-9-1 0,3 0 5,-4-5 1,0 5-246,0 0 0,-4 0 0,5-5-19,1 0-688,2 0 17,2 0 306,-1 0 0,7-2-349,3-3 937,4 4 0,1-12 0,0 5 0</inkml:trace>
  <inkml:trace contextRef="#ctx0" brushRef="#br0" timeOffset="522">435 159 9019,'-8'0'2708,"1"-1"-2174,7-4 0,-1 3-163,-4-3 180,3 4-147,-11 7-278,12 2 1,-7 7 0,4-1 2,0 1-230,-1-1 0,5 0 1,0 1-223,0-1 1,0 1-366,0-1 575,0-6 1,0 5 29,0-3 29,6-4 1,-3 1 296,7-7 1,-5 0 15,4 0 15,1 0 0,5 0 83,-1 0-206,1-7 1,-6 4-201,1-7-12,-1 1 0,-1-1-593,-3 0 401,3 7 0,0-3-147,7 6 1,-6 0 22,1 0 193,0 0 1,-1 0-55,1 0 0,0 1 1,4 4 1,-1-2 267,-3 7 1,2-7-116,-2 2 1,-2-3 887,2-2 1,-5 0 436,4 0-285,-6 0 0,4-2-86,-7-3-180,0-3-574,0-6 1,0-1-46,0 1 0,-5-1-315,0 1 1,-4 4 0,2 1 127,-1-3-882,5 0 0,-8 2 460,6 0 0,-5 6-2199,5-6 1965,-6 7 0,8-4-1180,-7 7 875,7 0 1077,-3 0 0,6 7 0,0 2 0,0 4 0,0 2 0</inkml:trace>
  <inkml:trace contextRef="#ctx0" brushRef="#br0" timeOffset="699">811 188 12147,'8'2'595,"-4"3"-727,-2-4 0,-2 7 338,0-3-1663,0-3 1,5 10-243,0-2 1699,6 3 0,-3 1 0,6 1 0</inkml:trace>
  <inkml:trace contextRef="#ctx0" brushRef="#br0" timeOffset="849">782 58 8083,'0'-14'987,"0"5"1,0-3-310,0 2-949,0 4 0,1-1-745,4 7 1,-2 0 537,7 0 478,0 0 0,10 7 0,3 1 0</inkml:trace>
  <inkml:trace contextRef="#ctx0" brushRef="#br0" timeOffset="1076">1056 333 8083,'0'-10'535,"0"0"0,5 1 550,0-6 1,0 6-181,-5-1 1,0 0 732,0-4-1286,6-1 1,-4 1-1,4 0 283,1-1 0,-6 5-287,4 1 1,1 4 84,-1-5 1,2 6-53,-2-6-733,-4 7 0,7-4-1223,-3 7 822,3 0 1,6 7-428,1 2 0,-5 3 262,-1-3 89,-6 10 0,9-9 243,-7 9 1,4-3 0,-2-1-1598,1-1 2183,1 7 0,6-5 0,-1 5 0</inkml:trace>
  <inkml:trace contextRef="#ctx0" brushRef="#br0" timeOffset="1577">1403 174 7790,'-1'-8'2185,"-4"3"-771,3-3-983,-4 6 1,4-4 203,-3 6-534,4 0 0,-10 1-23,6 4 0,0-2-295,5 7 232,0 0 1,0 4-137,0 1 1,0-1-789,0 0 553,0 1 611,0-1-323,0-6 701,0 5 1,2-11-17,2 3-143,4-4 1,0-2-47,-3-4 0,2 2-7,-3-7 1,3 2-234,-2-2 1,-4-3 0,6 5 128,-1 0-646,-4 2 0,6 1 224,-3 0-1094,-4 1 908,12 4 0,-6 1 41,2 4 0,2-2 0,-4 8-80,1 5 0,-3 1-160,4 7 218,-5 0 1,7 5-76,-6 0 0,-1 0 298,-4-1 1,0 1-131,0 0 1,-1 3 307,-4-3 0,-3 2-60,-7-12 1,-4 0 0,-2-4 520,-1-1-486,-2-6 1,0 4 0,1-8 372,2 0-473,-4-9 1,4-3-130,-3-7 1,3 1-650,6-1 0,7-4 0,3 0-111,4 1 885,1 2 0,6-5 0,2-1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2:00:16.93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58 100 11317,'0'-8'1141,"0"14"1,2 6-1105,3 12-143,-4-7 0,11 11 0,-6-3-606,2 8 0,0-3 160,2 4 1,3 1-711,-4-1 1,-1-5-339,2-5 988,-7-6 612,3 2 0,1-5 0,1-1 0</inkml:trace>
  <inkml:trace contextRef="#ctx0" brushRef="#br0" timeOffset="459">0 346 8992,'7'-8'1123,"-4"-5"-441,7 3 1,-2-3-327,1-1 1,4-2 11,-3-3 1,3-2 145,1-3-298,1-4 1,-1 7 0,1-4 143,-1 1 0,-4 1-129,-1-1 0,-1 3 14,2 7 1,-4 4 129,-6 0-529,7 7 0,-4-2 155,7 10 1,-6 5-242,6 9 0,-5 5 216,5 10 1,-6-2 154,6 7-154,0-1 0,4-1 0,-1-2-58,-3 1 1,2-6-128,-2 4 0,1-5 62,-1-5 0,1-3-285,-6-7 359,6 1 1,-7-7 193,5-3 0,-4-4 94,5-1 1,-7-6-103,2-4 0,1-7 151,-1-3-191,0 1 1,-4 5-1,3-1 391,0 1 1,6-1-244,-5 1 0,1 1-219,-1 3 1,-2-1 269,7 6-663,-7-6 0,5 9-767,-3-2 870,3 2 1,5 4-66,-4 2 0,3 4-47,-7 7 66,6-1 1,-5 1-1,5-1-357,-1 1 1,-5-1-90,5 1 1,-2-1 44,1 1 1,2-6-1016,-6 1 1749,7-7 0,-4 10 0,6-5 0</inkml:trace>
  <inkml:trace contextRef="#ctx0" brushRef="#br0" timeOffset="984">781 317 9197,'-8'-8'2284,"0"0"-1064,3 3 148,4 3-948,-12-4 1,10 6-286,-7 0 1,5 2-179,-4 2 0,5 4-5,-1 7 0,4-6-245,1 1 1,0 0 191,0 4 1,0 1-186,0-1 0,0-4 28,0-1 0,1-1-58,4 2 0,-1 1 699,5-6 0,-4 0-184,5-5 0,-6 0 153,6 0-249,0 0 0,4-6 110,1-4 0,-6 2-11,1-2 1,-7 1-178,10-6 0,-10 2 121,7 4-748,-7-4 233,3 11 17,1-4 277,-6 6 1,8 0-102,-5 0 1,0 6 46,5 4 1,-6-2-107,2 2 1,2-6 215,-3 6 0,3-5-161,-2 4 610,-4-5 1,7 2 61,-3-6-127,3 0 67,7 0 324,-1 0-228,1-6-181,-1-2 1,-4-5-207,-1 3 1,-4-1 225,5 6-672,-7-6 88,10 9 1,-10-4-724,7 6 560,-1 0 1,6 0-225,-1 0 1,-4 5 166,0-1-243,-1 8 0,1-6 0,-1 5-240,3-1 0,-4 0 236,1 4-869,-5-6 1553,8-1 0,-4 5 0,7 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2:00:14.66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0 145 8083,'0'-14'242,"0"-1"0,0 1 1539,0-1-1388,0 7 1,0 0 15,0 3 0,5 5-133,0 0 0,0 8-153,-5 12 0,5 2 64,-1 7 1,6 0-178,-5 0-109,6 6 1,-8-4 0,5 3-150,-1-4 1,2-1-669,-4 0 0,5-2 258,-5-3 1,4-3-429,-4-6 685,6-1 1,-7-1-81,5-3 293,-6-4 0,5-8 124,-3-2 0,-3-4-288,3-7 551,3-6 1,-5 4 0,5-6 3,-2 2-167,6-5 0,-9 10 1712,7-3-798,-1 3-352,6 2 1,-1 1 86,1 3-303,-7 4 0,3 7-86,-6 4 0,4-2-73,-4 7 0,2 0-190,-3 4 0,-2 1-342,3-1 1,3 2-166,1 3 0,-1-6-670,2 6 0,-2-11-946,2 7 2090,3-4 0,1 4 0,9-1 0</inkml:trace>
  <inkml:trace contextRef="#ctx0" brushRef="#br0" timeOffset="147">477 362 8083,'0'14'1151,"0"1"-871,0-1 0,0-4 72,0 0-824,0-7 0,0 10-606,0-4 1078,0 4 0,7 8 0,1 2 0</inkml:trace>
  <inkml:trace contextRef="#ctx0" brushRef="#br0" timeOffset="315">376 145 8083,'-9'0'1596,"-1"0"-1056,7 0-188,-4 0-1080,7 0 1,0 2 213,0 3 1,7 3-1099,2 6 1612,-2 0 0,12 1 0,-3-1 0</inkml:trace>
  <inkml:trace contextRef="#ctx0" brushRef="#br0" timeOffset="825">622 333 8083,'-8'0'3380,"0"0"-2516,3 0-600,4 0 88,-6 0-271,1 7 0,4-4 1,-3 6 6,4 3 0,1 0-247,0 3 1,0-1 18,0 1-401,6-1 639,2 1 0,2-6 0,-1-1 419,3-1 1,-6-2 0,7-5 741,-3 0-696,-4 0 1,5-2-132,-6-3 1,1-3-240,-1-6 0,-3-1 1,3 1 315,-4-1-516,-1 1 0,0 4 24,0 1 0,0 4-184,0-5-465,0 7 365,0-3-44,0 12 0,0 2 103,0 6 1,0 1-34,0-1 1,0 7 0,0 3-224,0 4-199,0 1 0,5 1 207,0 4 0,0-2-99,-5 7 1,0-3 359,0 3 1,0-4-1,0-6 161,0 0 200,-7 0 0,-1-2-199,-6-2 0,-1-5 150,1-5 1,-2-5-31,-3-1 0,3-6 212,-4 2 1,-1-3-181,2-2 1,-5-7-103,5-2 0,-1-4 0,6-2-991,0 1 495,-1-1 0,1-4 0,1-2-2202,3-1 2199,4 4 0,6-9 482,0 3 0,0-4 0,0 0 0</inkml:trace>
  <inkml:trace contextRef="#ctx0" brushRef="#br0" timeOffset="1515">636 1 8083,'8'0'3123,"-1"0"-2563,-7 0 0,2 1 229,2 4 1,0 3-442,5 6 1,-4 6-129,5-1 0,-6 12 44,6-3-157,0 11 1,4-7-1,1 5-181,-1-2 1,-4-1-11,-1-5 0,-1 0-193,2 0 0,-2-8 65,-3-7-251,-3 1 469,4-14 1,-4 6 355,2-7 0,-2-12-300,3-2 0,-4-4-9,-1 4-193,7-1 0,-6 1 0,6-2 48,-1-3 1,-4 3-115,3-4 1,-4 9 257,-1 1 1,5 6 226,0-6-519,0 7 2,-5-4 1,1 7 82,4 0 138,-3 0 0,9 7 15,-6 2 0,5 4-22,-6 2 1,8-4-136,-3 3 1,4-7 91,2 7 1,-6-2 136,1 2 0,-1-1-139,6-4 1,-1 3 391,1-7 1,-1 4 0,1-4 504,-1-2-422,1-1-316,-1-9 1,1 1 51,-1-4 1,-4-7-146,-1 2 1,-4-2 109,5 2 0,-7-1-205,2-3 1,1 3 98,-1-4 0,0 4 215,-5 2 1,0 4-145,0 1 0,0 4 124,0-5-215,0 7-115,0-4 0,-5 9 103,0 3 0,-4 3 49,4 6 1,0 1 0,5-1-278,0 1 220,0-1 0,0 1 0,0-1-242,0 1 0,0 4 254,0 0 63,6 0 0,-2-9 11,5 0 1,1-5 282,4 4 1,1-6 651,-1 2-790,1-3 0,-1-2 96,1 0 1,-3-7-140,-2-2 1,1-4-137,-6-2 1,5-4-8,-5 0 0,-1-2-324,-4 2 1,2 3-11,3-4 0,-4 4-610,4 2 187,-3-1 360,4 1-2532,-4 6 2152,11-5 1,-10 11-1820,7-2 2590,-7 2 0,10 2 0,-5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2:00:09.77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116 391 7831,'-10'-2'-65,"1"-3"1568,6 4-1111,-10-6 0,9 7 352,-5 0 1,4 0-42,-5 0-454,1 0 0,-1 7 1,2 2 29,2 4-208,-6 2 0,11 1-318,-4 3 1,3-3 247,2 3 1,0-3-208,0-1 1,0-1 109,0 1 0,7-1-535,2 1 1,4-6 249,2 1 0,4-7-440,0 2 1,1-3 116,-6-2 1,2 0 128,3 0 1,-3 0 574,4 0 0,-4-7 0,-2-1 0,1-6 0</inkml:trace>
  <inkml:trace contextRef="#ctx0" brushRef="#br0" timeOffset="300">318 434 8083,'-9'0'31,"-1"0"-31,7 0 2673,-10 0-1908,5 7 1,0-4 480,3 6-858,-3 1 0,7 4-319,-4 1 0,3-5-123,2-1 1,7-1 130,2 2 0,4 3-14,2-4 1,-1-2 167,0-2-406,1-4 1,-1-1 67,1 0 0,-1 0 129,1 0-66,-7-6 1,3-2-115,-6-7 0,0 1-359,-5-1 0,0 1 242,0-1 0,0 1-477,0 0 0,-2-1 39,-3 1-7,4 6 0,-7 1-246,3 7 276,-3 0 1,0 2 689,3 3 0,3 3 0,2 6 0</inkml:trace>
  <inkml:trace contextRef="#ctx0" brushRef="#br0" timeOffset="532">535 535 8083,'0'-14'375,"5"-1"0,0 1 1181,-2-1 1,0-1-701,2-3-200,-3 10 0,6-14 1,-5 12 1496,2 0-1672,6-1 0,-9 3 0,4 1 684,1 1-859,-6 2 0,7 1-528,-3-1 305,-3 0 0,9 11-609,-6 4 0,1-2 401,-1 2 0,-2-1-1432,7 6 0,-1-1 330,6 1 1,-2-1 56,-4 1 0,4-1 266,-3 0 0,3 1 1,1-2 903,1-4 0,-1 4 0,1-5 0</inkml:trace>
  <inkml:trace contextRef="#ctx0" brushRef="#br0" timeOffset="1066">998 333 8083,'-8'-7'-1435,"-3"4"1407,6-6 1,-2 5 2897,3 0-2176,2-4 1,-9 4 643,6-5-602,0 6-482,-1-4 1,2 7 232,-5 0-134,6 0-90,-10 0 0,10 2-14,-7 3 1,7-2-314,-2 6 1,-2-4 133,3 5 1,-1-5-480,5 4 1,0-4 221,0 5 1,0-5-181,0 4 1,1-4 159,4 5 1,-2-6-12,7 6 1,0-5-81,4 5 0,1-7 43,-1 2 1,1 1-58,-1-1 1,-4 1 93,-1-1 1,1-3 108,4 3 1,-4-2-200,0 2 320,-7-4 32,10 6 328,-12-1-308,6-4 1,-14 6 126,-2-4 0,1-2-291,-2 3 1,0-4 134,-4-1 1,0 0-608,-1 0 1,1 0-129,-1 0-368,1 0 1,-1 0 271,1 0 796,6 0 0,1 0 0,7-6 0,0-2 0,0-6 0</inkml:trace>
  <inkml:trace contextRef="#ctx0" brushRef="#br0" timeOffset="1232">1171 318 7692,'10'0'-471,"0"0"1,-7 2 1359,2 3 0,-2-4 345,2 4-703,-4-3 1,11 4-584,-8 4 0,6-2-462,-5 2 1,1-2-614,-1 1 0,-2 4 723,7-3-232,-7 3 636,4 1 0,-1 1 0,2-1 0</inkml:trace>
  <inkml:trace contextRef="#ctx0" brushRef="#br0" timeOffset="1382">1157 217 6615,'-8'0'-588,"-5"0"588,12 0 0,-6 0 0,7 2 0,0 3 0,0 3 0,0 6 0</inkml:trace>
  <inkml:trace contextRef="#ctx0" brushRef="#br0" timeOffset="1867">1591 304 8083,'-10'-8'-1468,"0"3"1355,7-3 1,-5 7 1143,3-4-642,4 3 304,-12-4 1,10 4-102,-7-3 0,5 4-2,-4 1 0,4 0-51,-5 0 1,5 1-51,-4 4-272,6-3 0,-9 6 1,6-5 97,-2 2 1,5 1-328,-2-1 1,2-3-26,-2 2-369,3 4 432,-4-6-536,6 11 0,0-10-142,0 7 1,0-7 334,6 10 1,2-7 7,7 4 1,-1 1 13,1-6 1,-6 1 68,1-1 1,-1-2 174,6 7 0,-5-7 0,-2 4-208,-2-1 157,5-4 0,-9 6-87,3-3 104,-4-4 1,-1 7 19,0-3 1,0-2 131,0 7 1,-6-7-509,-4 2 1,-3-4 132,-1-1 1,-1 0-44,1 0 0,0 0 351,-1 0 0,1 0 0,-1 0 0,6 0 0,-1 0 0,5-4 0,-5-1 0,1-6 0,-6 3 0</inkml:trace>
  <inkml:trace contextRef="#ctx0" brushRef="#br0" timeOffset="2083">1735 145 8083,'0'8'2743,"0"-2"-1779,0 1-611,0 1 1,0 6 0,0 1 345,0-1-775,0 1 1,2 1 0,1 1 312,2 3-1305,6 5 1,-8-4 714,7 3 0,-2 2-1237,2-7 1,3 2 269,-4-1 1320,-2-4 0,6 4 0,-5-5 0</inkml:trace>
  <inkml:trace contextRef="#ctx0" brushRef="#br0" timeOffset="2274">1721 333 7104,'-15'0'342,"1"0"1429,6 0 446,1 0-1483,7 0-398,0 0 0,7-2 0,3-1-516,2-2 1,3 0-1186,-1 5 1,6 0 493,-1 0 1,0 0-877,-4 0 1747,6 0 0,-5 0 0,4 0 0</inkml:trace>
  <inkml:trace contextRef="#ctx0" brushRef="#br0" timeOffset="2726">1981 362 8083,'10'0'-1909,"-1"0"2514,-5-7 1,7 4 382,-6-6-173,6 5 1,-5-4-301,4 3 1,-2 2-4,-3-6 0,-4 4-207,4-5 0,-3 5 121,-2-4 0,0 4-208,0-5 1,0 5-199,0-4 84,0 6 1,-7-4-105,-2 7 18,-4 0 0,-2 2 0,1 3 101,0 4-170,-1-2 1,2 6-1,2-4 70,1 4-136,7 1 0,-5 1 1,5 1-381,-2 3 0,0-8 256,5 4 1,2-4-384,3 4 358,3-1 0,6-4 26,1-1 0,-1-5 47,1 0 0,-1-2 214,0-2 1,3 0-80,2 0 1,-3-6 0,2-4-63,-7-3 150,2 5 0,-5-5 83,6 4 0,-4-4-40,-1-2 1,-4 6 325,5-1 281,-7 0-262,4 2-119,-1 2-94,-4 6 23,4 0 1,-1 6-956,0 4 470,6 3 1,-8 0-492,7-4 0,-5 4-855,4-3 0,-4-2 1104,5 1 0,-6-5 499,6 1 0,0 3 0,4-7 0,1 6 0</inkml:trace>
  <inkml:trace contextRef="#ctx0" brushRef="#br0" timeOffset="2924">2371 116 8083,'-8'0'-1664,"0"0"3028,4 0-450,2 0 259,-4 0-322,6 0-576,0 6 1,0 2-173,0 7 0,0 1 0,0 2-815,0 1 698,0 7 0,1-5-929,4 3 0,1 3 0,4-3 77,-5 3 1,1-4 865,-1-4 0,5 2 0,-5-2 0,6 1 0,-3-6 0</inkml:trace>
  <inkml:trace contextRef="#ctx0" brushRef="#br0" timeOffset="3116">2299 290 7789,'-6'-8'1294,"4"1"0,-4 5-481,6-2-112,0 2-488,0-4-469,6 6 0,2 0-858,7 0 1090,-7 0 0,5 0-1386,-4 0 0,4 0 170,1 0 1240,1 0 0,-1-7 0,1-1 0</inkml:trace>
  <inkml:trace contextRef="#ctx0" brushRef="#br0" timeOffset="3351">2588 0 11226,'0'15'601,"0"-1"-572,0 1 1,0 1-16,0 3 1,2 2-8,3 3 0,-4 3 213,4-3-995,3 4 0,-5-4 1,5 0-129,-1 2 0,-1-5-31,-1-2 0,-3-3 934,3-2 0,-4-6 0,6 5 0,1-5 0</inkml:trace>
  <inkml:trace contextRef="#ctx0" brushRef="#br0" timeOffset="3767">2820 246 8083,'0'-8'3106,"0"-5"384,0 12-1976,0-12-686,0 11-476,0-4-327,0 6 0,0 6 0,0 4-56,0 3 1,6-4-348,4 1 0,-2 0 134,1 4 0,-1 1-591,2-1 110,3 0 0,-7 1-1006,4-1 0,3-4-1438,-3 0 2593,2-1 0,3 4 576,-1-3 0,7 3 0,2-5 0</inkml:trace>
  <inkml:trace contextRef="#ctx0" brushRef="#br0" timeOffset="3924">3065 290 8083,'-14'0'3156,"6"0"-1804,2 0-315,-1 0-742,6 6 1,-11 7-219,7 6 1,1 2 189,4-2-574,-7-3 0,6 12 0,-4-6-283,3 1 0,-3 4-658,1-3 0,-6 3 1248,5 2 0,-6 0 0,3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31T12:00:19.74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188 96 8083,'0'-15'1689,"0"1"1,0 4-509,0 0-601,0 7-348,0-10-21,0 12 1,-6-4-167,-4 10 1,-3 3 372,-1 6 0,-1 6 62,1-1-350,-7 6 0,5-2-112,-3 6 0,2 0 0,5-2-288,2-3 0,-1 4 156,6-4 0,0-3-98,5-2 133,0 3 0,7-10 0,2 2-292,4-1 1,8-7-48,3-1 1,3-3-253,2-2 0,-1 0-1021,-4 0 1107,3 0 0,-6 0-422,3 0 1,-2-2 1005,-2-3 0,-4-3 0,5-6 0,-7-1 0</inkml:trace>
  <inkml:trace contextRef="#ctx0" brushRef="#br0" timeOffset="456">463 110 9485,'0'-8'1463,"0"3"-1111,0 10 1,0 3-181,0 7 0,0 1-25,0 3 0,0-1-206,0 6 0,0 0 294,0 5-473,0 0 0,-2-1 1,-1 1 23,-2 0 1,0-6-67,5-4 1,0-3-568,0-1 397,0-7 484,0-2 0,0-8 0,0-2 394,0-6 1,0-4 25,0-6 1,5-4-147,0-10 1,0 2 47,-5-6 0,0 6-103,0-2 1,0 3-60,0 2 0,1 1 76,4-1 1,-3 6 13,3 4 0,-4 3 344,-1 1-186,7 7-691,-6-5 230,12 12 0,-6 6-166,2 9 0,4 9-273,-3-4 360,3 7 1,1-4-1,0 7-272,1 0 0,-1 0-146,1 0 0,-1-2-352,1-3 0,-1 3 210,1-2 0,-1-5-989,1 0 498,-1-4 1149,0-2 0,1-6 0,-7-1 0,-2-7 0</inkml:trace>
  <inkml:trace contextRef="#ctx0" brushRef="#br0" timeOffset="665">492 327 8083,'-8'0'1086,"1"-6"1,6 4-522,-4-3 1,3 2 598,-3-2-953,4 3-27,7-4 0,2 6-1135,7 0 724,-1-6-246,7 4 1,-5-4-1,3 6-363,-3 0 0,4 0 836,-1 0 0,7-7 0,-4-1 0</inkml:trace>
  <inkml:trace contextRef="#ctx0" brushRef="#br0" timeOffset="925">853 96 8083,'-8'-7'2400,"0"6"-943,3-4 160,4 3-1110,-6 2 1,7 2-42,0 3 0,0 3-304,0 6 0,0 2 35,0 3 1,5-1-654,0 6 1,1-1 144,-1 1 1,-2 1-187,7-5 1,-7 4-265,2-5 0,1 5-683,-1-5 1,5 1-321,-5-6 384,0 1 1380,1-1 0,2-6 0,6-1 0</inkml:trace>
  <inkml:trace contextRef="#ctx0" brushRef="#br0" timeOffset="1266">824 96 8083,'-8'-15'421,"-5"6"732,4-1 148,2 0 0,1 1 152,6-1 907,-7 7-990,6-4-588,-6 7-537,7 0 0,7 0 1,2 0 143,4 0 0,3 5-193,4 0 0,-3 6-15,7-1 1,-4 3-512,4 1 0,0 1 290,5-1 0,-2 1-1139,-3-1 0,2 5 290,-7 1 1,5 0 12,-4 0 1,-1 1 511,-5 3 1,-1-2 308,-3-3 0,-4-1-53,-6 6 1,0-5 227,0 6 0,-8-8-113,-6 3 0,-2-4-41,-8-2 1,4-6-94,-4-3 1,7-2-304,-3 2 0,4-3-1791,2 2 656,-1-2 1565,1-2 0,-1-6 0,1-2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D368-CEB8-1041-C6D4-8FEBE5A97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5280E5-59F5-E5C6-6BA1-313C07A8C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D62BF-390D-04E2-5571-341AD68FE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34002-E23B-493E-8CCE-7BE38E41CA49}" type="datetimeFigureOut">
              <a:rPr lang="en-GB" smtClean="0"/>
              <a:t>Fri, 31 Jan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D7C90-326A-BBCE-34AA-194144FD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942D2-E58B-BDF1-4444-660DBABE2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CBD-3F60-42AC-9361-A24BF68B7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312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3CAB6-D6DE-B736-7C7D-A2C8ACBCE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AAC45-AC64-0906-2D94-8A7C39D5F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67755-4796-B56D-CBD6-88ACEDA5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34002-E23B-493E-8CCE-7BE38E41CA49}" type="datetimeFigureOut">
              <a:rPr lang="en-GB" smtClean="0"/>
              <a:t>Fri, 31 Jan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51723-490C-5107-B4B2-2B9050B15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4171B-42D2-2067-BF51-37477E48A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CBD-3F60-42AC-9361-A24BF68B7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662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9A220-1674-EE28-855C-CE48B6392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76B77-C496-D70E-12FF-4F2222660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E39B8-9077-D5B1-3D38-C80407D84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34002-E23B-493E-8CCE-7BE38E41CA49}" type="datetimeFigureOut">
              <a:rPr lang="en-GB" smtClean="0"/>
              <a:t>Fri, 31 Jan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063FD-58F8-BD19-9F3F-2D26CA32E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68F68-61CA-C108-8E80-90096C72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CBD-3F60-42AC-9361-A24BF68B7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656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F5444-4CBA-5423-4A92-F5ACAA8D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8FA28-D5CC-1FD0-B40E-FB20549BD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DED80-5D36-1A09-11A5-4F517CF8F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BD495-7890-127F-7A27-5841FD316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34002-E23B-493E-8CCE-7BE38E41CA49}" type="datetimeFigureOut">
              <a:rPr lang="en-GB" smtClean="0"/>
              <a:t>Fri, 31 Jan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84346-AEB0-7B78-3A7F-BDC13162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97F5F-E26A-1222-A8C2-DFCF2186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CBD-3F60-42AC-9361-A24BF68B7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67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E6F48-96F3-E6D4-B314-BBCFE4087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57064-BCA1-5CE4-4F27-4F784CE93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B76BC-11C3-6F05-9FD9-291D83295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DB1C1-624C-547A-0279-7612F65AE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BA616D-0D36-92D6-9179-69BB3A145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7F1AE3-01C3-BA1F-2750-45EE6026E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34002-E23B-493E-8CCE-7BE38E41CA49}" type="datetimeFigureOut">
              <a:rPr lang="en-GB" smtClean="0"/>
              <a:t>Fri, 31 Jan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31F097-08A5-2EEA-FCDE-2E1B03989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F6C08A-8126-F8D2-F957-2B8AA3B0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CBD-3F60-42AC-9361-A24BF68B7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78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BB7F2-51E2-E55D-F995-141BE0E0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1E56D-63FA-A5D8-4FA1-90BBDAA19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34002-E23B-493E-8CCE-7BE38E41CA49}" type="datetimeFigureOut">
              <a:rPr lang="en-GB" smtClean="0"/>
              <a:t>Fri, 31 Jan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A4DC1-C2C1-BFC8-7E60-7D053B395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A3941-A5F4-9D3B-A8FB-3CA8526CA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CBD-3F60-42AC-9361-A24BF68B7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400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33298C-E60F-3052-4FC4-E789E5964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34002-E23B-493E-8CCE-7BE38E41CA49}" type="datetimeFigureOut">
              <a:rPr lang="en-GB" smtClean="0"/>
              <a:t>Fri, 31 Jan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6ADA1-2711-2056-84C0-8BF0AE0D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776F1-ACCC-B561-2E4B-115CE4F88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CBD-3F60-42AC-9361-A24BF68B7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590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76AD7-16FE-7AFF-3BFC-592B4AAA6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A2724-6FCC-83B7-153C-F80640C7B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D2508-1918-EA05-F317-DD6BA15B4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6A2DF-5C95-ADDE-6C8D-47F3F03E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34002-E23B-493E-8CCE-7BE38E41CA49}" type="datetimeFigureOut">
              <a:rPr lang="en-GB" smtClean="0"/>
              <a:t>Fri, 31 Jan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E0090-F85B-0B57-DADB-E7EF495DE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1CD1F-E64B-B900-EB31-E87984507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CBD-3F60-42AC-9361-A24BF68B7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83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F45A-3895-5D5C-9157-15D7E11CF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5E808-D689-7403-EFFA-34E36B2F43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CE18E-D236-14D2-C085-090E14444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12DC9-2049-CBA7-0983-65EC6867C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34002-E23B-493E-8CCE-7BE38E41CA49}" type="datetimeFigureOut">
              <a:rPr lang="en-GB" smtClean="0"/>
              <a:t>Fri, 31 Jan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FDF30-CB70-2D44-2AF5-B91E8179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F82A2-B239-071A-BF7E-6D2E919B2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CBD-3F60-42AC-9361-A24BF68B7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106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933A9-975C-B0C4-CB2F-A82D03B19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AFEF9-08F5-6254-8DAD-C58A9C34E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7B38A-F251-7EF1-C3F1-2A9659C4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34002-E23B-493E-8CCE-7BE38E41CA49}" type="datetimeFigureOut">
              <a:rPr lang="en-GB" smtClean="0"/>
              <a:t>Fri, 31 Jan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A5B4E-2FD7-ED22-BF26-6393F1C90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EC461-B174-DD34-536A-E16750D9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CBD-3F60-42AC-9361-A24BF68B7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492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1D8263-0F16-6301-7835-50DC44EED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B5073-2085-2165-32A4-7AC840EF4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8253E-44C4-91FD-5B9A-CA4F73CE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34002-E23B-493E-8CCE-7BE38E41CA49}" type="datetimeFigureOut">
              <a:rPr lang="en-GB" smtClean="0"/>
              <a:t>Fri, 31 Jan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618F-0536-C473-AB8A-F280B4986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7F7BE-7360-0B1E-ADB9-987DFB80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D9CBD-3F60-42AC-9361-A24BF68B7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466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61C7D-5122-ED4D-6ECC-343EE36D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1AB49-82A7-F6D2-A2DF-94CF691FB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92DB2-99DB-48EC-D4AA-29EBABA60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34002-E23B-493E-8CCE-7BE38E41CA49}" type="datetimeFigureOut">
              <a:rPr lang="en-GB" smtClean="0"/>
              <a:t>Fri, 31 Jan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959C1-8720-23F9-D011-066E59F00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C71FE-4880-1015-52B9-6F7803D04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D9CBD-3F60-42AC-9361-A24BF68B70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33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1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4.png"/><Relationship Id="rId50" Type="http://schemas.openxmlformats.org/officeDocument/2006/relationships/customXml" Target="../ink/ink24.xml"/><Relationship Id="rId55" Type="http://schemas.openxmlformats.org/officeDocument/2006/relationships/image" Target="../media/image28.png"/><Relationship Id="rId63" Type="http://schemas.openxmlformats.org/officeDocument/2006/relationships/image" Target="../media/image32.png"/><Relationship Id="rId68" Type="http://schemas.openxmlformats.org/officeDocument/2006/relationships/image" Target="../media/image3.jp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6" Type="http://schemas.openxmlformats.org/officeDocument/2006/relationships/customXml" Target="../ink/ink7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53" Type="http://schemas.openxmlformats.org/officeDocument/2006/relationships/image" Target="../media/image27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5" Type="http://schemas.openxmlformats.org/officeDocument/2006/relationships/image" Target="../media/image3.png"/><Relationship Id="rId61" Type="http://schemas.openxmlformats.org/officeDocument/2006/relationships/image" Target="../media/image31.png"/><Relationship Id="rId19" Type="http://schemas.openxmlformats.org/officeDocument/2006/relationships/image" Target="../media/image10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8" Type="http://schemas.openxmlformats.org/officeDocument/2006/relationships/customXml" Target="../ink/ink3.xml"/><Relationship Id="rId51" Type="http://schemas.openxmlformats.org/officeDocument/2006/relationships/image" Target="../media/image26.png"/><Relationship Id="rId3" Type="http://schemas.openxmlformats.org/officeDocument/2006/relationships/image" Target="../media/image2.sv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0.png"/><Relationship Id="rId67" Type="http://schemas.openxmlformats.org/officeDocument/2006/relationships/image" Target="../media/image34.png"/><Relationship Id="rId20" Type="http://schemas.openxmlformats.org/officeDocument/2006/relationships/customXml" Target="../ink/ink9.xml"/><Relationship Id="rId41" Type="http://schemas.openxmlformats.org/officeDocument/2006/relationships/image" Target="../media/image21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" Type="http://schemas.openxmlformats.org/officeDocument/2006/relationships/customXml" Target="../ink/ink4.xml"/><Relationship Id="rId31" Type="http://schemas.openxmlformats.org/officeDocument/2006/relationships/image" Target="../media/image16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3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3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C055F-7EF2-2EA8-07ED-CB139A919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6872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Rotational inertia estimation: Swing test results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8905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F45D2-A8E8-91DF-2DC4-BCF031760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methods for inertia estimation: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9D132-89DC-D7E1-D69F-C1EA452BE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CAD: SolidWorks model with all components with matched masses. No modelled wires.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Manual calculation: Measure damped period of oscillation and decay rate along with linear model of a pendulum to calculate inertia.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Linear state-space (LSS) model estimation: Use MATLAB's System Identification Toolbox to match a linear pendulum model to the captured data by varying inertia and some other parameters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Non-linear state-space (NLSS) model estimation: Similar to above but instead using a non-linear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159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5B6B4-7794-1B80-4231-9663D3BB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axis inertia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290F7C-4F08-FB8B-886E-AE43DC1575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2246348"/>
              </p:ext>
            </p:extLst>
          </p:nvPr>
        </p:nvGraphicFramePr>
        <p:xfrm>
          <a:off x="838200" y="1599248"/>
          <a:ext cx="7702485" cy="14317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0355">
                  <a:extLst>
                    <a:ext uri="{9D8B030D-6E8A-4147-A177-3AD203B41FA5}">
                      <a16:colId xmlns:a16="http://schemas.microsoft.com/office/drawing/2014/main" val="610305239"/>
                    </a:ext>
                  </a:extLst>
                </a:gridCol>
                <a:gridCol w="1100355">
                  <a:extLst>
                    <a:ext uri="{9D8B030D-6E8A-4147-A177-3AD203B41FA5}">
                      <a16:colId xmlns:a16="http://schemas.microsoft.com/office/drawing/2014/main" val="2981291972"/>
                    </a:ext>
                  </a:extLst>
                </a:gridCol>
                <a:gridCol w="1100355">
                  <a:extLst>
                    <a:ext uri="{9D8B030D-6E8A-4147-A177-3AD203B41FA5}">
                      <a16:colId xmlns:a16="http://schemas.microsoft.com/office/drawing/2014/main" val="1969448801"/>
                    </a:ext>
                  </a:extLst>
                </a:gridCol>
                <a:gridCol w="1100355">
                  <a:extLst>
                    <a:ext uri="{9D8B030D-6E8A-4147-A177-3AD203B41FA5}">
                      <a16:colId xmlns:a16="http://schemas.microsoft.com/office/drawing/2014/main" val="2446126907"/>
                    </a:ext>
                  </a:extLst>
                </a:gridCol>
                <a:gridCol w="1100355">
                  <a:extLst>
                    <a:ext uri="{9D8B030D-6E8A-4147-A177-3AD203B41FA5}">
                      <a16:colId xmlns:a16="http://schemas.microsoft.com/office/drawing/2014/main" val="2190143237"/>
                    </a:ext>
                  </a:extLst>
                </a:gridCol>
                <a:gridCol w="1100355">
                  <a:extLst>
                    <a:ext uri="{9D8B030D-6E8A-4147-A177-3AD203B41FA5}">
                      <a16:colId xmlns:a16="http://schemas.microsoft.com/office/drawing/2014/main" val="4196565786"/>
                    </a:ext>
                  </a:extLst>
                </a:gridCol>
                <a:gridCol w="1100355">
                  <a:extLst>
                    <a:ext uri="{9D8B030D-6E8A-4147-A177-3AD203B41FA5}">
                      <a16:colId xmlns:a16="http://schemas.microsoft.com/office/drawing/2014/main" val="1441818524"/>
                    </a:ext>
                  </a:extLst>
                </a:gridCol>
              </a:tblGrid>
              <a:tr h="3863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 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I (g.mm^2)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% from CAD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Model fit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Damping coefficient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theta0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dtheta0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2759640"/>
                  </a:ext>
                </a:extLst>
              </a:tr>
              <a:tr h="2553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CAD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1.4724e+06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GB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.A.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N.A.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N.A.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N.A.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N.A.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2151002"/>
                  </a:ext>
                </a:extLst>
              </a:tr>
              <a:tr h="2553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Manual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1.5966e+06 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+8.4345 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97.322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0.00051232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-0.0055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3.004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4209777"/>
                  </a:ext>
                </a:extLst>
              </a:tr>
              <a:tr h="2553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LSS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1.5984e+06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+8.5598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97.466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0.00055129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-0.016168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2.8361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8308213"/>
                  </a:ext>
                </a:extLst>
              </a:tr>
              <a:tr h="2553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NLSS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1.5586e+06 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+5.8599 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97.826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0.00054695 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-0.01157 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2.839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554605"/>
                  </a:ext>
                </a:extLst>
              </a:tr>
            </a:tbl>
          </a:graphicData>
        </a:graphic>
      </p:graphicFrame>
      <p:pic>
        <p:nvPicPr>
          <p:cNvPr id="6" name="Graphic 5">
            <a:extLst>
              <a:ext uri="{FF2B5EF4-FFF2-40B4-BE49-F238E27FC236}">
                <a16:creationId xmlns:a16="http://schemas.microsoft.com/office/drawing/2014/main" id="{A4C0603C-67C9-E2BD-40E4-6D783F843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3976" y="3752360"/>
            <a:ext cx="5915025" cy="28299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12274E-FA4A-4733-6828-8072B3BF21E1}"/>
                  </a:ext>
                </a:extLst>
              </p14:cNvPr>
              <p14:cNvContentPartPr/>
              <p14:nvPr/>
            </p14:nvContentPartPr>
            <p14:xfrm>
              <a:off x="5210944" y="1050041"/>
              <a:ext cx="3440880" cy="479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12274E-FA4A-4733-6828-8072B3BF21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00504" y="1039601"/>
                <a:ext cx="346212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B048B1-0075-0559-D723-2BDFF479784A}"/>
                  </a:ext>
                </a:extLst>
              </p14:cNvPr>
              <p14:cNvContentPartPr/>
              <p14:nvPr/>
            </p14:nvContentPartPr>
            <p14:xfrm>
              <a:off x="7167904" y="836921"/>
              <a:ext cx="93960" cy="104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B048B1-0075-0559-D723-2BDFF47978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57464" y="826121"/>
                <a:ext cx="1152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48B2EDC-BE03-2DD1-D0A9-648D4F807CBF}"/>
                  </a:ext>
                </a:extLst>
              </p14:cNvPr>
              <p14:cNvContentPartPr/>
              <p14:nvPr/>
            </p14:nvContentPartPr>
            <p14:xfrm>
              <a:off x="7266904" y="722441"/>
              <a:ext cx="146160" cy="203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48B2EDC-BE03-2DD1-D0A9-648D4F807CB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56464" y="711641"/>
                <a:ext cx="1674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A1C917D-53CA-383D-B2A8-F2B038DCD2D2}"/>
                  </a:ext>
                </a:extLst>
              </p14:cNvPr>
              <p14:cNvContentPartPr/>
              <p14:nvPr/>
            </p14:nvContentPartPr>
            <p14:xfrm>
              <a:off x="7386784" y="732521"/>
              <a:ext cx="93960" cy="177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A1C917D-53CA-383D-B2A8-F2B038DCD2D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75984" y="722081"/>
                <a:ext cx="11520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6E81C43-A258-C36D-832C-0A76697C706A}"/>
                  </a:ext>
                </a:extLst>
              </p14:cNvPr>
              <p14:cNvContentPartPr/>
              <p14:nvPr/>
            </p14:nvContentPartPr>
            <p14:xfrm>
              <a:off x="7485424" y="836921"/>
              <a:ext cx="15840" cy="36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6E81C43-A258-C36D-832C-0A76697C70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74984" y="826121"/>
                <a:ext cx="370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5F17598-0A35-3CE3-4D91-D29AFFC34C00}"/>
                  </a:ext>
                </a:extLst>
              </p14:cNvPr>
              <p14:cNvContentPartPr/>
              <p14:nvPr/>
            </p14:nvContentPartPr>
            <p14:xfrm>
              <a:off x="7469944" y="810641"/>
              <a:ext cx="26280" cy="26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5F17598-0A35-3CE3-4D91-D29AFFC34C0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59144" y="800201"/>
                <a:ext cx="475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86DBF42-CC7B-EBBC-1765-64A3BCD25356}"/>
                  </a:ext>
                </a:extLst>
              </p14:cNvPr>
              <p14:cNvContentPartPr/>
              <p14:nvPr/>
            </p14:nvContentPartPr>
            <p14:xfrm>
              <a:off x="7532224" y="701561"/>
              <a:ext cx="135720" cy="192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86DBF42-CC7B-EBBC-1765-64A3BCD2535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21784" y="690761"/>
                <a:ext cx="1569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CCA6AA2-E1A0-B22A-B333-5EA831DC3183}"/>
                  </a:ext>
                </a:extLst>
              </p14:cNvPr>
              <p14:cNvContentPartPr/>
              <p14:nvPr/>
            </p14:nvContentPartPr>
            <p14:xfrm>
              <a:off x="7589464" y="769241"/>
              <a:ext cx="10800" cy="15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CCA6AA2-E1A0-B22A-B333-5EA831DC318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79024" y="758441"/>
                <a:ext cx="320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A28F16D-DD98-F1F1-3AA0-1D5955B6BF03}"/>
                  </a:ext>
                </a:extLst>
              </p14:cNvPr>
              <p14:cNvContentPartPr/>
              <p14:nvPr/>
            </p14:nvContentPartPr>
            <p14:xfrm>
              <a:off x="7698904" y="810641"/>
              <a:ext cx="26280" cy="673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A28F16D-DD98-F1F1-3AA0-1D5955B6BF0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688464" y="800201"/>
                <a:ext cx="475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7B2AFF1-8351-7568-B6C4-DA239D4C5FF0}"/>
                  </a:ext>
                </a:extLst>
              </p14:cNvPr>
              <p14:cNvContentPartPr/>
              <p14:nvPr/>
            </p14:nvContentPartPr>
            <p14:xfrm>
              <a:off x="7766584" y="816041"/>
              <a:ext cx="52560" cy="52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7B2AFF1-8351-7568-B6C4-DA239D4C5FF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756144" y="805241"/>
                <a:ext cx="738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0FB0088-F1D4-8BAE-C172-60E8EC29E430}"/>
                  </a:ext>
                </a:extLst>
              </p14:cNvPr>
              <p14:cNvContentPartPr/>
              <p14:nvPr/>
            </p14:nvContentPartPr>
            <p14:xfrm>
              <a:off x="7834264" y="795161"/>
              <a:ext cx="93960" cy="62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0FB0088-F1D4-8BAE-C172-60E8EC29E43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23464" y="784361"/>
                <a:ext cx="11520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25C6EE9-74A6-379D-BF03-72573351F333}"/>
                  </a:ext>
                </a:extLst>
              </p14:cNvPr>
              <p14:cNvContentPartPr/>
              <p14:nvPr/>
            </p14:nvContentPartPr>
            <p14:xfrm>
              <a:off x="7912384" y="654761"/>
              <a:ext cx="88920" cy="229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25C6EE9-74A6-379D-BF03-72573351F33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901584" y="643961"/>
                <a:ext cx="11016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C2D847B-E5BD-AD99-35C9-19A2FDD2B09E}"/>
                  </a:ext>
                </a:extLst>
              </p14:cNvPr>
              <p14:cNvContentPartPr/>
              <p14:nvPr/>
            </p14:nvContentPartPr>
            <p14:xfrm>
              <a:off x="8172664" y="556121"/>
              <a:ext cx="1082880" cy="5986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C2D847B-E5BD-AD99-35C9-19A2FDD2B09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61864" y="545675"/>
                <a:ext cx="1104120" cy="619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B1B65CD-A210-5231-3420-7BD0C3E83137}"/>
                  </a:ext>
                </a:extLst>
              </p14:cNvPr>
              <p14:cNvContentPartPr/>
              <p14:nvPr/>
            </p14:nvContentPartPr>
            <p14:xfrm>
              <a:off x="4514704" y="3111401"/>
              <a:ext cx="243720" cy="255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B1B65CD-A210-5231-3420-7BD0C3E8313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03904" y="3100601"/>
                <a:ext cx="2649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CD82680-8770-170F-06C8-0FFABA3A1DAB}"/>
                  </a:ext>
                </a:extLst>
              </p14:cNvPr>
              <p14:cNvContentPartPr/>
              <p14:nvPr/>
            </p14:nvContentPartPr>
            <p14:xfrm>
              <a:off x="4841584" y="3149201"/>
              <a:ext cx="1977840" cy="290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CD82680-8770-170F-06C8-0FFABA3A1DA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30784" y="3138388"/>
                <a:ext cx="1999080" cy="3121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87861E68-DA99-7564-9ACC-8BE3D8C238C2}"/>
                  </a:ext>
                </a:extLst>
              </p14:cNvPr>
              <p14:cNvContentPartPr/>
              <p14:nvPr/>
            </p14:nvContentPartPr>
            <p14:xfrm>
              <a:off x="4940224" y="3553841"/>
              <a:ext cx="723960" cy="2188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87861E68-DA99-7564-9ACC-8BE3D8C238C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29784" y="3543041"/>
                <a:ext cx="74520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5C62AC4-7F23-1FE0-F76F-99D118B18657}"/>
                  </a:ext>
                </a:extLst>
              </p14:cNvPr>
              <p14:cNvContentPartPr/>
              <p14:nvPr/>
            </p14:nvContentPartPr>
            <p14:xfrm>
              <a:off x="7084384" y="3128839"/>
              <a:ext cx="515880" cy="200366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5C62AC4-7F23-1FE0-F76F-99D118B1865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73937" y="3118028"/>
                <a:ext cx="537135" cy="221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83B64C7-8D03-78E9-EA86-BB1E0BCAE00E}"/>
                  </a:ext>
                </a:extLst>
              </p14:cNvPr>
              <p14:cNvContentPartPr/>
              <p14:nvPr/>
            </p14:nvContentPartPr>
            <p14:xfrm>
              <a:off x="5845984" y="3457001"/>
              <a:ext cx="916200" cy="2530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83B64C7-8D03-78E9-EA86-BB1E0BCAE00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35548" y="3446561"/>
                <a:ext cx="937432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90EC569-1DE8-B5C1-85C3-016A75259ED9}"/>
                  </a:ext>
                </a:extLst>
              </p14:cNvPr>
              <p14:cNvContentPartPr/>
              <p14:nvPr/>
            </p14:nvContentPartPr>
            <p14:xfrm>
              <a:off x="5309944" y="3137321"/>
              <a:ext cx="390600" cy="2656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90EC569-1DE8-B5C1-85C3-016A75259ED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299144" y="3126881"/>
                <a:ext cx="4118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40C58E7-3F21-1F4B-DA69-A2AC26AFBEA3}"/>
                  </a:ext>
                </a:extLst>
              </p14:cNvPr>
              <p14:cNvContentPartPr/>
              <p14:nvPr/>
            </p14:nvContentPartPr>
            <p14:xfrm>
              <a:off x="7631224" y="3329921"/>
              <a:ext cx="1000080" cy="8013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40C58E7-3F21-1F4B-DA69-A2AC26AFBEA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620780" y="3319481"/>
                <a:ext cx="1021328" cy="82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9C97CE3-222B-4EDA-6791-1361FE0FAB64}"/>
                  </a:ext>
                </a:extLst>
              </p14:cNvPr>
              <p14:cNvContentPartPr/>
              <p14:nvPr/>
            </p14:nvContentPartPr>
            <p14:xfrm>
              <a:off x="8797264" y="3298601"/>
              <a:ext cx="156600" cy="2034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9C97CE3-222B-4EDA-6791-1361FE0FAB6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86464" y="3288161"/>
                <a:ext cx="1778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B05C3D10-43E4-5777-BF57-1F0FC88A8582}"/>
                  </a:ext>
                </a:extLst>
              </p14:cNvPr>
              <p14:cNvContentPartPr/>
              <p14:nvPr/>
            </p14:nvContentPartPr>
            <p14:xfrm>
              <a:off x="10103704" y="3169001"/>
              <a:ext cx="156240" cy="21312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B05C3D10-43E4-5777-BF57-1F0FC88A858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092929" y="3158561"/>
                <a:ext cx="177431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464D5A2-EE10-FF92-315C-3744B328FF34}"/>
                  </a:ext>
                </a:extLst>
              </p14:cNvPr>
              <p14:cNvContentPartPr/>
              <p14:nvPr/>
            </p14:nvContentPartPr>
            <p14:xfrm>
              <a:off x="8994904" y="3309041"/>
              <a:ext cx="942120" cy="1720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464D5A2-EE10-FF92-315C-3744B328FF3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84460" y="3298601"/>
                <a:ext cx="963368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0CF8020-EF2A-0E3A-988B-C180BE3E6547}"/>
                  </a:ext>
                </a:extLst>
              </p14:cNvPr>
              <p14:cNvContentPartPr/>
              <p14:nvPr/>
            </p14:nvContentPartPr>
            <p14:xfrm>
              <a:off x="9983824" y="3449801"/>
              <a:ext cx="458640" cy="2084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0CF8020-EF2A-0E3A-988B-C180BE3E654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973376" y="3439001"/>
                <a:ext cx="479897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0985FE4D-754A-3EDD-7460-E29313B57BE3}"/>
                  </a:ext>
                </a:extLst>
              </p14:cNvPr>
              <p14:cNvContentPartPr/>
              <p14:nvPr/>
            </p14:nvContentPartPr>
            <p14:xfrm>
              <a:off x="9317824" y="3512081"/>
              <a:ext cx="447840" cy="1825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0985FE4D-754A-3EDD-7460-E29313B57BE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307024" y="3501641"/>
                <a:ext cx="4690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6FB06E73-61A3-6F6D-8550-368A8A6A395F}"/>
                  </a:ext>
                </a:extLst>
              </p14:cNvPr>
              <p14:cNvContentPartPr/>
              <p14:nvPr/>
            </p14:nvContentPartPr>
            <p14:xfrm>
              <a:off x="3259024" y="3069641"/>
              <a:ext cx="125280" cy="2815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6FB06E73-61A3-6F6D-8550-368A8A6A395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48584" y="3059201"/>
                <a:ext cx="14652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6F81935D-DA70-6856-D5DD-2255DBD6CB81}"/>
                  </a:ext>
                </a:extLst>
              </p14:cNvPr>
              <p14:cNvContentPartPr/>
              <p14:nvPr/>
            </p14:nvContentPartPr>
            <p14:xfrm>
              <a:off x="3389344" y="3418481"/>
              <a:ext cx="452880" cy="1461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6F81935D-DA70-6856-D5DD-2255DBD6CB8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378553" y="3407681"/>
                <a:ext cx="474103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DD698073-C044-66F8-E73F-80FDE70E60BF}"/>
                  </a:ext>
                </a:extLst>
              </p14:cNvPr>
              <p14:cNvContentPartPr/>
              <p14:nvPr/>
            </p14:nvContentPartPr>
            <p14:xfrm>
              <a:off x="2634424" y="3439361"/>
              <a:ext cx="552240" cy="23904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DD698073-C044-66F8-E73F-80FDE70E60B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623984" y="3428561"/>
                <a:ext cx="5734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755EDE49-DB58-C030-8030-E11F99F6C4DE}"/>
                  </a:ext>
                </a:extLst>
              </p14:cNvPr>
              <p14:cNvContentPartPr/>
              <p14:nvPr/>
            </p14:nvContentPartPr>
            <p14:xfrm>
              <a:off x="2686624" y="3981161"/>
              <a:ext cx="437400" cy="1767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755EDE49-DB58-C030-8030-E11F99F6C4D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675824" y="3970361"/>
                <a:ext cx="4586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9EA05826-449B-84B8-C97C-3B2BE254BC27}"/>
                  </a:ext>
                </a:extLst>
              </p14:cNvPr>
              <p14:cNvContentPartPr/>
              <p14:nvPr/>
            </p14:nvContentPartPr>
            <p14:xfrm>
              <a:off x="3696424" y="3637001"/>
              <a:ext cx="505080" cy="3441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9EA05826-449B-84B8-C97C-3B2BE254BC2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685624" y="3626550"/>
                <a:ext cx="526320" cy="3654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CDE7C20C-3FBB-0122-85BC-778FB2BE408F}"/>
                  </a:ext>
                </a:extLst>
              </p14:cNvPr>
              <p14:cNvContentPartPr/>
              <p14:nvPr/>
            </p14:nvContentPartPr>
            <p14:xfrm>
              <a:off x="2447224" y="3657881"/>
              <a:ext cx="1103760" cy="2242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CDE7C20C-3FBB-0122-85BC-778FB2BE408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436424" y="3647081"/>
                <a:ext cx="112500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80BC079C-8E44-34D3-96D6-AC248A0BEFBB}"/>
                  </a:ext>
                </a:extLst>
              </p14:cNvPr>
              <p14:cNvContentPartPr/>
              <p14:nvPr/>
            </p14:nvContentPartPr>
            <p14:xfrm>
              <a:off x="3285304" y="3967121"/>
              <a:ext cx="421920" cy="1753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80BC079C-8E44-34D3-96D6-AC248A0BEFB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274504" y="3956660"/>
                <a:ext cx="443160" cy="196604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C834A567-0484-5EC3-F9AB-2171B648F0A2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00" y="4509012"/>
            <a:ext cx="2654224" cy="156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96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F247-8395-9E5F-2636-F0CA28380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 axis inertia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6E1B2B-64B8-8E77-B135-DE195971B7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326254"/>
              </p:ext>
            </p:extLst>
          </p:nvPr>
        </p:nvGraphicFramePr>
        <p:xfrm>
          <a:off x="866567" y="1555422"/>
          <a:ext cx="7589364" cy="14517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4664">
                  <a:extLst>
                    <a:ext uri="{9D8B030D-6E8A-4147-A177-3AD203B41FA5}">
                      <a16:colId xmlns:a16="http://schemas.microsoft.com/office/drawing/2014/main" val="444006146"/>
                    </a:ext>
                  </a:extLst>
                </a:gridCol>
                <a:gridCol w="1209618">
                  <a:extLst>
                    <a:ext uri="{9D8B030D-6E8A-4147-A177-3AD203B41FA5}">
                      <a16:colId xmlns:a16="http://schemas.microsoft.com/office/drawing/2014/main" val="3808315630"/>
                    </a:ext>
                  </a:extLst>
                </a:gridCol>
                <a:gridCol w="1282009">
                  <a:extLst>
                    <a:ext uri="{9D8B030D-6E8A-4147-A177-3AD203B41FA5}">
                      <a16:colId xmlns:a16="http://schemas.microsoft.com/office/drawing/2014/main" val="2775592581"/>
                    </a:ext>
                  </a:extLst>
                </a:gridCol>
                <a:gridCol w="1074094">
                  <a:extLst>
                    <a:ext uri="{9D8B030D-6E8A-4147-A177-3AD203B41FA5}">
                      <a16:colId xmlns:a16="http://schemas.microsoft.com/office/drawing/2014/main" val="1639730390"/>
                    </a:ext>
                  </a:extLst>
                </a:gridCol>
                <a:gridCol w="1121776">
                  <a:extLst>
                    <a:ext uri="{9D8B030D-6E8A-4147-A177-3AD203B41FA5}">
                      <a16:colId xmlns:a16="http://schemas.microsoft.com/office/drawing/2014/main" val="470939284"/>
                    </a:ext>
                  </a:extLst>
                </a:gridCol>
                <a:gridCol w="893413">
                  <a:extLst>
                    <a:ext uri="{9D8B030D-6E8A-4147-A177-3AD203B41FA5}">
                      <a16:colId xmlns:a16="http://schemas.microsoft.com/office/drawing/2014/main" val="683098161"/>
                    </a:ext>
                  </a:extLst>
                </a:gridCol>
                <a:gridCol w="1043790">
                  <a:extLst>
                    <a:ext uri="{9D8B030D-6E8A-4147-A177-3AD203B41FA5}">
                      <a16:colId xmlns:a16="http://schemas.microsoft.com/office/drawing/2014/main" val="3206483671"/>
                    </a:ext>
                  </a:extLst>
                </a:gridCol>
              </a:tblGrid>
              <a:tr h="4603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 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I (g.mm^2)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% from CAD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Model fit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Damping coefficient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theta0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dtheta0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9409598"/>
                  </a:ext>
                </a:extLst>
              </a:tr>
              <a:tr h="2474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CAD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2.0445e+06      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GB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.A.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N.A.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N.A.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N.A.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N.A.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4568930"/>
                  </a:ext>
                </a:extLst>
              </a:tr>
              <a:tr h="2536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Manual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2.3037e+06  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+12.68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97.124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0.00039412  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-0.0053  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2.94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7851888"/>
                  </a:ext>
                </a:extLst>
              </a:tr>
              <a:tr h="232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LSS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2.3003e+06 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+12.514     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97.385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0.00045054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-0.015382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2.7554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1071235"/>
                  </a:ext>
                </a:extLst>
              </a:tr>
              <a:tr h="2574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NLSS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2.2542e+06 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+10.257     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97.636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0.00044536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-0.011706    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2.758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075076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56BF8D6-8BF6-5AA0-C448-2BB8E5A09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69501" y="-70053"/>
            <a:ext cx="15061501" cy="527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3D79822-A293-B6DB-110D-B8C2CC80B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1417" y="3630075"/>
            <a:ext cx="5512177" cy="2862800"/>
          </a:xfrm>
          <a:prstGeom prst="rect">
            <a:avLst/>
          </a:prstGeom>
        </p:spPr>
      </p:pic>
      <p:pic>
        <p:nvPicPr>
          <p:cNvPr id="3" name="Picture 2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54489D78-78D8-5886-678D-C89F6E003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00" y="4517923"/>
            <a:ext cx="2654224" cy="156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709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C5A7-E2D0-3ACB-74BA-A893B0075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 axis inertia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E82F3F-781F-788A-D8A9-079CD0691B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9291137"/>
              </p:ext>
            </p:extLst>
          </p:nvPr>
        </p:nvGraphicFramePr>
        <p:xfrm>
          <a:off x="838198" y="1690690"/>
          <a:ext cx="7683634" cy="13673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7662">
                  <a:extLst>
                    <a:ext uri="{9D8B030D-6E8A-4147-A177-3AD203B41FA5}">
                      <a16:colId xmlns:a16="http://schemas.microsoft.com/office/drawing/2014/main" val="1501976058"/>
                    </a:ext>
                  </a:extLst>
                </a:gridCol>
                <a:gridCol w="1097662">
                  <a:extLst>
                    <a:ext uri="{9D8B030D-6E8A-4147-A177-3AD203B41FA5}">
                      <a16:colId xmlns:a16="http://schemas.microsoft.com/office/drawing/2014/main" val="1401861354"/>
                    </a:ext>
                  </a:extLst>
                </a:gridCol>
                <a:gridCol w="1097662">
                  <a:extLst>
                    <a:ext uri="{9D8B030D-6E8A-4147-A177-3AD203B41FA5}">
                      <a16:colId xmlns:a16="http://schemas.microsoft.com/office/drawing/2014/main" val="2833775985"/>
                    </a:ext>
                  </a:extLst>
                </a:gridCol>
                <a:gridCol w="1097662">
                  <a:extLst>
                    <a:ext uri="{9D8B030D-6E8A-4147-A177-3AD203B41FA5}">
                      <a16:colId xmlns:a16="http://schemas.microsoft.com/office/drawing/2014/main" val="4049480815"/>
                    </a:ext>
                  </a:extLst>
                </a:gridCol>
                <a:gridCol w="1097662">
                  <a:extLst>
                    <a:ext uri="{9D8B030D-6E8A-4147-A177-3AD203B41FA5}">
                      <a16:colId xmlns:a16="http://schemas.microsoft.com/office/drawing/2014/main" val="265389627"/>
                    </a:ext>
                  </a:extLst>
                </a:gridCol>
                <a:gridCol w="1097662">
                  <a:extLst>
                    <a:ext uri="{9D8B030D-6E8A-4147-A177-3AD203B41FA5}">
                      <a16:colId xmlns:a16="http://schemas.microsoft.com/office/drawing/2014/main" val="1094942978"/>
                    </a:ext>
                  </a:extLst>
                </a:gridCol>
                <a:gridCol w="1097662">
                  <a:extLst>
                    <a:ext uri="{9D8B030D-6E8A-4147-A177-3AD203B41FA5}">
                      <a16:colId xmlns:a16="http://schemas.microsoft.com/office/drawing/2014/main" val="3194787945"/>
                    </a:ext>
                  </a:extLst>
                </a:gridCol>
              </a:tblGrid>
              <a:tr h="3683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 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I (g.mm^2)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% from CAD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Model fit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Damping coefficient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theta0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dtheta0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793259"/>
                  </a:ext>
                </a:extLst>
              </a:tr>
              <a:tr h="2435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CAD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2.9651e+06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GB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.A.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N.A.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N.A.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N.A.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N.A.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5253169"/>
                  </a:ext>
                </a:extLst>
              </a:tr>
              <a:tr h="2435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Manual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3.2972e+06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+11.201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96.939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0.00079112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-0.0113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4.17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9644596"/>
                  </a:ext>
                </a:extLst>
              </a:tr>
              <a:tr h="2435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LSS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3.3155e+06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+11.817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97.377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0.00094075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-0.021986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2.297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2365583"/>
                  </a:ext>
                </a:extLst>
              </a:tr>
              <a:tr h="2266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NLSS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3.1773e+06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+7.1552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97.536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0.00092774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>
                          <a:effectLst/>
                        </a:rPr>
                        <a:t>-0.018609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200" kern="100" dirty="0">
                          <a:effectLst/>
                        </a:rPr>
                        <a:t>2.2992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216754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01DBE77-EC3F-D8F2-6F92-0D642CDD2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95222" y="-1179924"/>
            <a:ext cx="15760405" cy="32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8E4DA9E-940E-7E76-80B9-0034AA190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8222" y="3506771"/>
            <a:ext cx="6718169" cy="3068394"/>
          </a:xfrm>
          <a:prstGeom prst="rect">
            <a:avLst/>
          </a:prstGeom>
        </p:spPr>
      </p:pic>
      <p:pic>
        <p:nvPicPr>
          <p:cNvPr id="3" name="Picture 2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63ED2439-7187-99A4-32BC-4FA85FA8C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05" y="4509012"/>
            <a:ext cx="2654224" cy="156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89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333</Words>
  <Application>Microsoft Office PowerPoint</Application>
  <PresentationFormat>Widescreen</PresentationFormat>
  <Paragraphs>114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Rotational inertia estimation: Swing test results</vt:lpstr>
      <vt:lpstr>4 methods for inertia estimation:</vt:lpstr>
      <vt:lpstr>X axis inertia</vt:lpstr>
      <vt:lpstr>Y axis inertia</vt:lpstr>
      <vt:lpstr>Z axis inertia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Luke Richardson</dc:creator>
  <cp:lastModifiedBy>Luke Richardson</cp:lastModifiedBy>
  <cp:revision>2</cp:revision>
  <dcterms:created xsi:type="dcterms:W3CDTF">2025-01-31T07:09:46Z</dcterms:created>
  <dcterms:modified xsi:type="dcterms:W3CDTF">2025-01-31T12:11:30Z</dcterms:modified>
</cp:coreProperties>
</file>